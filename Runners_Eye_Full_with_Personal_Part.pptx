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488428c2cf642b8" /><Relationship Type="http://schemas.openxmlformats.org/officeDocument/2006/relationships/extended-properties" Target="/docProps/app.xml" Id="R33d27af92aca4c2a" /><Relationship Type="http://schemas.openxmlformats.org/officeDocument/2006/relationships/officeDocument" Target="/ppt/presentation.xml" Id="R2c96b566ae4d4d19" /></Relationships>
</file>

<file path=ppt/presentation.xml><?xml version="1.0" encoding="utf-8"?>
<p:presentation xmlns:p="http://schemas.openxmlformats.org/presentationml/2006/main">
  <p:sldMasterIdLst>
    <p:sldMasterId xmlns:r="http://schemas.openxmlformats.org/officeDocument/2006/relationships" id="2147483648" r:id="Ra203704b2b394c25"/>
  </p:sldMasterIdLst>
  <p:notesMasterIdLst>
    <p:notesMasterId xmlns:r="http://schemas.openxmlformats.org/officeDocument/2006/relationships" r:id="Re61f8703995a4fc7"/>
  </p:notesMasterIdLst>
  <p:sldIdLst>
    <p:sldId xmlns:r="http://schemas.openxmlformats.org/officeDocument/2006/relationships" id="256" r:id="R74ec32f803d94506"/>
    <p:sldId xmlns:r="http://schemas.openxmlformats.org/officeDocument/2006/relationships" id="257" r:id="R36dcf8d236994a8d"/>
    <p:sldId xmlns:r="http://schemas.openxmlformats.org/officeDocument/2006/relationships" id="258" r:id="R7890b0bd95a04a7a"/>
    <p:sldId xmlns:r="http://schemas.openxmlformats.org/officeDocument/2006/relationships" id="259" r:id="Rb634b735369642d1"/>
    <p:sldId xmlns:r="http://schemas.openxmlformats.org/officeDocument/2006/relationships" id="260" r:id="R35f1b9c77c474dcf"/>
    <p:sldId xmlns:r="http://schemas.openxmlformats.org/officeDocument/2006/relationships" id="261" r:id="R73a5b285bb2a437c"/>
    <p:sldId xmlns:r="http://schemas.openxmlformats.org/officeDocument/2006/relationships" id="262" r:id="Rebcf232654f94d79"/>
    <p:sldId xmlns:r="http://schemas.openxmlformats.org/officeDocument/2006/relationships" id="263" r:id="Rd975456a2dc24a9a"/>
    <p:sldId xmlns:r="http://schemas.openxmlformats.org/officeDocument/2006/relationships" id="264" r:id="R14001a833fca47ad"/>
    <p:sldId xmlns:r="http://schemas.openxmlformats.org/officeDocument/2006/relationships" id="265" r:id="R961544cb7b224e0e"/>
    <p:sldId xmlns:r="http://schemas.openxmlformats.org/officeDocument/2006/relationships" id="266" r:id="Rfa0c18e1dba14901"/>
    <p:sldId xmlns:r="http://schemas.openxmlformats.org/officeDocument/2006/relationships" id="267" r:id="R8c0af4650fe84ce6"/>
    <p:sldId xmlns:r="http://schemas.openxmlformats.org/officeDocument/2006/relationships" id="268" r:id="R064175d4f08842e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80870bb25e364a5d" /><Relationship Type="http://schemas.openxmlformats.org/officeDocument/2006/relationships/slideMaster" Target="/ppt/slideMasters/slideMaster1.xml" Id="Ra203704b2b394c25" /><Relationship Type="http://schemas.openxmlformats.org/officeDocument/2006/relationships/notesMaster" Target="/ppt/notesMasters/notesMaster1.xml" Id="Re61f8703995a4fc7" /><Relationship Type="http://schemas.openxmlformats.org/officeDocument/2006/relationships/presProps" Target="/ppt/presProps.xml" Id="Rca52f675ca704b08" /><Relationship Type="http://schemas.openxmlformats.org/officeDocument/2006/relationships/viewProps" Target="/ppt/viewProps.xml" Id="R3bca2c4bf6184f35" /><Relationship Type="http://schemas.openxmlformats.org/officeDocument/2006/relationships/tableStyles" Target="/ppt/tableStyles.xml" Id="R4c8b7a56c46b4816" /><Relationship Type="http://schemas.openxmlformats.org/officeDocument/2006/relationships/slide" Target="/ppt/slides/slide1.xml" Id="R74ec32f803d94506" /><Relationship Type="http://schemas.openxmlformats.org/officeDocument/2006/relationships/slide" Target="/ppt/slides/slide2.xml" Id="R36dcf8d236994a8d" /><Relationship Type="http://schemas.openxmlformats.org/officeDocument/2006/relationships/slide" Target="/ppt/slides/slide3.xml" Id="R7890b0bd95a04a7a" /><Relationship Type="http://schemas.openxmlformats.org/officeDocument/2006/relationships/slide" Target="/ppt/slides/slide4.xml" Id="Rb634b735369642d1" /><Relationship Type="http://schemas.openxmlformats.org/officeDocument/2006/relationships/slide" Target="/ppt/slides/slide5.xml" Id="R35f1b9c77c474dcf" /><Relationship Type="http://schemas.openxmlformats.org/officeDocument/2006/relationships/slide" Target="/ppt/slides/slide6.xml" Id="R73a5b285bb2a437c" /><Relationship Type="http://schemas.openxmlformats.org/officeDocument/2006/relationships/slide" Target="/ppt/slides/slide7.xml" Id="Rebcf232654f94d79" /><Relationship Type="http://schemas.openxmlformats.org/officeDocument/2006/relationships/slide" Target="/ppt/slides/slide8.xml" Id="Rd975456a2dc24a9a" /><Relationship Type="http://schemas.openxmlformats.org/officeDocument/2006/relationships/slide" Target="/ppt/slides/slide9.xml" Id="R14001a833fca47ad" /><Relationship Type="http://schemas.openxmlformats.org/officeDocument/2006/relationships/slide" Target="/ppt/slides/slide10.xml" Id="R961544cb7b224e0e" /><Relationship Type="http://schemas.openxmlformats.org/officeDocument/2006/relationships/slide" Target="/ppt/slides/slide11.xml" Id="Rfa0c18e1dba14901" /><Relationship Type="http://schemas.openxmlformats.org/officeDocument/2006/relationships/slide" Target="/ppt/slides/slide12.xml" Id="R8c0af4650fe84ce6" /><Relationship Type="http://schemas.openxmlformats.org/officeDocument/2006/relationships/slide" Target="/ppt/slides/slide13.xml" Id="R064175d4f08842e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934a56f0f3b4c3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1ad258dbbb34346" /><Relationship Type="http://schemas.openxmlformats.org/officeDocument/2006/relationships/notesMaster" Target="/ppt/notesMasters/notesMaster1.xml" Id="Rc3c7e8ab2f254cb5" /></Relationships>
</file>

<file path=ppt/notesSlides/_rels/notesSlide2.xml.rels>&#65279;<?xml version="1.0" encoding="utf-8"?><Relationships xmlns="http://schemas.openxmlformats.org/package/2006/relationships"><Relationship Type="http://schemas.openxmlformats.org/officeDocument/2006/relationships/slide" Target="/ppt/slides/slide2.xml" Id="Rbcc4cd22a250472f" /><Relationship Type="http://schemas.openxmlformats.org/officeDocument/2006/relationships/notesMaster" Target="/ppt/notesMasters/notesMaster1.xml" Id="R224f3cb7df9147ff" /></Relationships>
</file>

<file path=ppt/notesSlides/_rels/notesSlide3.xml.rels>&#65279;<?xml version="1.0" encoding="utf-8"?><Relationships xmlns="http://schemas.openxmlformats.org/package/2006/relationships"><Relationship Type="http://schemas.openxmlformats.org/officeDocument/2006/relationships/slide" Target="/ppt/slides/slide3.xml" Id="R5131c4fb3b4d4d40" /><Relationship Type="http://schemas.openxmlformats.org/officeDocument/2006/relationships/notesMaster" Target="/ppt/notesMasters/notesMaster1.xml" Id="R1c89b9534f4c41c4" /></Relationships>
</file>

<file path=ppt/notesSlides/_rels/notesSlide4.xml.rels>&#65279;<?xml version="1.0" encoding="utf-8"?><Relationships xmlns="http://schemas.openxmlformats.org/package/2006/relationships"><Relationship Type="http://schemas.openxmlformats.org/officeDocument/2006/relationships/slide" Target="/ppt/slides/slide4.xml" Id="Rd95f349484d44f7d" /><Relationship Type="http://schemas.openxmlformats.org/officeDocument/2006/relationships/notesMaster" Target="/ppt/notesMasters/notesMaster1.xml" Id="R6c24e78afb8c4946" /></Relationships>
</file>

<file path=ppt/notesSlides/_rels/notesSlide5.xml.rels>&#65279;<?xml version="1.0" encoding="utf-8"?><Relationships xmlns="http://schemas.openxmlformats.org/package/2006/relationships"><Relationship Type="http://schemas.openxmlformats.org/officeDocument/2006/relationships/slide" Target="/ppt/slides/slide5.xml" Id="R5184ba86df984cc2" /><Relationship Type="http://schemas.openxmlformats.org/officeDocument/2006/relationships/notesMaster" Target="/ppt/notesMasters/notesMaster1.xml" Id="R82cb7b7512fe45ea" /></Relationships>
</file>

<file path=ppt/notesSlides/_rels/notesSlide6.xml.rels>&#65279;<?xml version="1.0" encoding="utf-8"?><Relationships xmlns="http://schemas.openxmlformats.org/package/2006/relationships"><Relationship Type="http://schemas.openxmlformats.org/officeDocument/2006/relationships/slide" Target="/ppt/slides/slide6.xml" Id="R17b888a669b9470c" /><Relationship Type="http://schemas.openxmlformats.org/officeDocument/2006/relationships/notesMaster" Target="/ppt/notesMasters/notesMaster1.xml" Id="Ra4e94ad5f71e49c3" /></Relationships>
</file>

<file path=ppt/notesSlides/_rels/notesSlide7.xml.rels>&#65279;<?xml version="1.0" encoding="utf-8"?><Relationships xmlns="http://schemas.openxmlformats.org/package/2006/relationships"><Relationship Type="http://schemas.openxmlformats.org/officeDocument/2006/relationships/slide" Target="/ppt/slides/slide7.xml" Id="Red0c159793ce4bea" /><Relationship Type="http://schemas.openxmlformats.org/officeDocument/2006/relationships/notesMaster" Target="/ppt/notesMasters/notesMaster1.xml" Id="R5d1761996c0b4520" /></Relationships>
</file>

<file path=ppt/notesSlides/_rels/notesSlide8.xml.rels>&#65279;<?xml version="1.0" encoding="utf-8"?><Relationships xmlns="http://schemas.openxmlformats.org/package/2006/relationships"><Relationship Type="http://schemas.openxmlformats.org/officeDocument/2006/relationships/slide" Target="/ppt/slides/slide8.xml" Id="R084f2f26deff4bb7" /><Relationship Type="http://schemas.openxmlformats.org/officeDocument/2006/relationships/notesMaster" Target="/ppt/notesMasters/notesMaster1.xml" Id="R22b23118b1484245" /></Relationships>
</file>

<file path=ppt/notesSlides/_rels/notesSlide9.xml.rels>&#65279;<?xml version="1.0" encoding="utf-8"?><Relationships xmlns="http://schemas.openxmlformats.org/package/2006/relationships"><Relationship Type="http://schemas.openxmlformats.org/officeDocument/2006/relationships/slide" Target="/ppt/slides/slide9.xml" Id="R83d5f5d0c269472c" /><Relationship Type="http://schemas.openxmlformats.org/officeDocument/2006/relationships/notesMaster" Target="/ppt/notesMasters/notesMaster1.xml" Id="R0d862ca85a2b4aa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32e2005867b4456" /><Relationship Type="http://schemas.openxmlformats.org/officeDocument/2006/relationships/notesMaster" Target="/ppt/notesMasters/notesMaster1.xml" Id="R978971e8bce9452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22254b836d34269" /><Relationship Type="http://schemas.openxmlformats.org/officeDocument/2006/relationships/notesMaster" Target="/ppt/notesMasters/notesMaster1.xml" Id="Rfefe70b1c9cd4c6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07b1b2010964266" /><Relationship Type="http://schemas.openxmlformats.org/officeDocument/2006/relationships/notesMaster" Target="/ppt/notesMasters/notesMaster1.xml" Id="Ra55bb3d3019e436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e04edca9e704764" /><Relationship Type="http://schemas.openxmlformats.org/officeDocument/2006/relationships/notesMaster" Target="/ppt/notesMasters/notesMaster1.xml" Id="Rddb7e3b0806941c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20초. 서비스 이름과 한 문장 설명만 전달한다. Source: 기존 발표자료 1장.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팀원 역할 정보는 제공 자료에 없어 빈칸으로 유지한다. 발표 전 담당 업무를 한 줄씩 입력한다.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 PRD 초안의 2.2 배경, 4 대상 사용자, 5 핵심 문제, 6.1 사용자 시나리오. 일반적인 러닝 정보의 개인화 적용 한계, 영상만으로 자세를 판단하기 어려운 문제, 주변 조언의 비일관성, 오프라인 코칭의 비용·시간·대면 부담을 제품 개발의 근거로 요약했다. PRD에서 시장 또는 사업 기회와 정량 성공 지표는 미정이므로 시장 규모나 수치를 주장하지 않았다.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40초. Source: 기존 발표자료 4~7장과 앱 화면 이미지. 진단 서비스가 아니라 러닝 자세 분석 및 피드백 서비스로 설명한다.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서비스 시연 영상 파일이 제공되지 않아 교체 가능한 영상 영역으로 구성했다. 현재 포스터는 Coach/run/test12/outputs/output.mp4의 대표 프레임이다.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Coach/run/test12/transformed.mp4, Coach/run/test12/outputs/output.mp4, 기존 발표자료의 피처 이미지와 기록 화면, Coach/scripts/main.sh. 영상, HPE, 피처, 에이전트의 4단계 흐름을 한 장에 합쳤다.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사용자 제공 codex-clipboard-2ed76b86-2e47-4cdc-b27d-c352b1b25716.png. 내용, 객체 위치, 보간 그래프, 화살표 방향과 연결 관계는 변경하지 않고 선·배경·폰트·강조색만 발표자료 스타일로 변경했다.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개인 담당 파트 1. 사용자 영상 조건 차이에 대응하기 위해 전처리 실험과 성능 모니터링을 수행한 목적을 설명합니다.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개인 담당 파트 2. 동일한 약 4.25초 영상을 CPU와 GPU에서 각각 두 차례 처리한 Grafana 측정 결과입니다. 중앙값 기준 처리시간은 16.876초에서 8.773초로 48.01% 단축됐습니다.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Coach/scripts/features/feature_extract.py, Coach/scripts/features/utils.py. 네 함수 feature1~feature4와 PoseSequence의 cal_stride, gct, pixel2m을 설명한다.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Coach/scripts/Agent/Running_coach.py, Coach/scripts/Agent/prompts.py. 현재 모델명은 gpt-5-nano이며 feature_results.json을 입력으로 running_report.md를 생성한다.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20초. 핵심 문장을 읽고 Q&amp;A로 전환한다.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d5866e392254f9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a3d1966319c4f18" /><Relationship Type="http://schemas.openxmlformats.org/officeDocument/2006/relationships/slideLayout" Target="/ppt/slideLayouts/slideLayout1.xml" Id="Reddf399c5165492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ddf399c5165492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0684e9c3a8d4b8e" /><Relationship Type="http://schemas.openxmlformats.org/officeDocument/2006/relationships/image" Target="/ppt/media/image.png" Id="Rf72503ba44f54630" /><Relationship Type="http://schemas.openxmlformats.org/officeDocument/2006/relationships/notesSlide" Target="/ppt/notesSlides/notesSlide1.xml" Id="Recbd314bb6ed439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6c944869e5e42e6" /><Relationship Type="http://schemas.openxmlformats.org/officeDocument/2006/relationships/notesSlide" Target="/ppt/notesSlides/notesSlide2.xml" Id="R169832f77ce9484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83991c772064c9c" /><Relationship Type="http://schemas.openxmlformats.org/officeDocument/2006/relationships/image" Target="/ppt/media/image2.png" Id="R1a97b9a1e1d141c0" /><Relationship Type="http://schemas.openxmlformats.org/officeDocument/2006/relationships/notesSlide" Target="/ppt/notesSlides/notesSlide3.xml" Id="Rf4d416542ed841a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d1c0d2fbf6b4628" /><Relationship Type="http://schemas.openxmlformats.org/officeDocument/2006/relationships/image" Target="/ppt/media/image3.png" Id="R0872dde929114227" /><Relationship Type="http://schemas.openxmlformats.org/officeDocument/2006/relationships/image" Target="/ppt/media/image4.png" Id="R1d0573f6a72943ae" /><Relationship Type="http://schemas.openxmlformats.org/officeDocument/2006/relationships/notesSlide" Target="/ppt/notesSlides/notesSlide4.xml" Id="R3fb172db118a400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123e0eca6594b1f" /><Relationship Type="http://schemas.openxmlformats.org/officeDocument/2006/relationships/image" Target="/ppt/media/image5.png" Id="R6b6ba19872894ef6" /><Relationship Type="http://schemas.openxmlformats.org/officeDocument/2006/relationships/notesSlide" Target="/ppt/notesSlides/notesSlide5.xml" Id="R32a92203e52f466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a8c622ddff74226" /><Relationship Type="http://schemas.openxmlformats.org/officeDocument/2006/relationships/image" Target="/ppt/media/image6.png" Id="R6400f36742874ff1" /><Relationship Type="http://schemas.openxmlformats.org/officeDocument/2006/relationships/image" Target="/ppt/media/image7.png" Id="Racf7a842681f42ad" /><Relationship Type="http://schemas.openxmlformats.org/officeDocument/2006/relationships/image" Target="/ppt/media/image8.png" Id="R857359c9c2ad4da8" /><Relationship Type="http://schemas.openxmlformats.org/officeDocument/2006/relationships/image" Target="/ppt/media/image9.png" Id="R2ff1a912b67446f4" /><Relationship Type="http://schemas.openxmlformats.org/officeDocument/2006/relationships/image" Target="/ppt/media/image10.png" Id="R722ad2cb8ef644a0" /><Relationship Type="http://schemas.openxmlformats.org/officeDocument/2006/relationships/notesSlide" Target="/ppt/notesSlides/notesSlide6.xml" Id="Rd9093f955e5f4c1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0e7c89bc61841f9" /><Relationship Type="http://schemas.openxmlformats.org/officeDocument/2006/relationships/notesSlide" Target="/ppt/notesSlides/notesSlide7.xml" Id="R724ad8d9f5be430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6205c88bcc44ebe" /><Relationship Type="http://schemas.openxmlformats.org/officeDocument/2006/relationships/image" Target="/ppt/media/image11.png" Id="R9148c2ae65bf4e77" /><Relationship Type="http://schemas.openxmlformats.org/officeDocument/2006/relationships/notesSlide" Target="/ppt/notesSlides/notesSlide8.xml" Id="R4504a3b98713438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345943f5ce74779" /><Relationship Type="http://schemas.openxmlformats.org/officeDocument/2006/relationships/image" Target="/ppt/media/image12.png" Id="R216f1ae1aaa84386" /><Relationship Type="http://schemas.openxmlformats.org/officeDocument/2006/relationships/notesSlide" Target="/ppt/notesSlides/notesSlide9.xml" Id="R1ee32355ac9f409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dad075c93764fb1" /><Relationship Type="http://schemas.openxmlformats.org/officeDocument/2006/relationships/image" Target="/ppt/media/image13.png" Id="Rc9388a84ebc54482" /><Relationship Type="http://schemas.openxmlformats.org/officeDocument/2006/relationships/image" Target="/ppt/media/image14.png" Id="R801ea4bae7af4cec" /><Relationship Type="http://schemas.openxmlformats.org/officeDocument/2006/relationships/image" Target="/ppt/media/image15.png" Id="R8ed3e884c4404969" /><Relationship Type="http://schemas.openxmlformats.org/officeDocument/2006/relationships/image" Target="/ppt/media/image16.png" Id="R40f60089dfe3440e" /><Relationship Type="http://schemas.openxmlformats.org/officeDocument/2006/relationships/notesSlide" Target="/ppt/notesSlides/notesSlide10.xml" Id="R1a9831d2befc470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12bf045abdd4023" /><Relationship Type="http://schemas.openxmlformats.org/officeDocument/2006/relationships/image" Target="/ppt/media/image17.png" Id="R0a49b0d9f70a4076" /><Relationship Type="http://schemas.openxmlformats.org/officeDocument/2006/relationships/notesSlide" Target="/ppt/notesSlides/notesSlide11.xml" Id="R9011f59e476b487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eeee06d6c294134" /><Relationship Type="http://schemas.openxmlformats.org/officeDocument/2006/relationships/image" Target="/ppt/media/image18.png" Id="Rab218b40a6cb4f66" /><Relationship Type="http://schemas.openxmlformats.org/officeDocument/2006/relationships/notesSlide" Target="/ppt/notesSlides/notesSlide12.xml" Id="Rbb8b66fb5476439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92a778948424349" /><Relationship Type="http://schemas.openxmlformats.org/officeDocument/2006/relationships/notesSlide" Target="/ppt/notesSlides/notesSlide13.xml" Id="R6a90d34db72341d4" /></Relationships>
</file>

<file path=ppt/slides/slide1.xml><?xml version="1.0" encoding="utf-8"?>
<p:sld xmlns:p="http://schemas.openxmlformats.org/presentationml/2006/main">
  <p:cSld>
    <p:bg>
      <p:bgPr>
        <a:solidFill xmlns:a="http://schemas.openxmlformats.org/drawingml/2006/main">
          <a:srgbClr val="070A08"/>
        </a:solidFill>
      </p:bgPr>
    </p:bg>
    <p:spTree>
      <p:nvGrpSpPr>
        <p:cNvPr id="1" name=""/>
        <p:cNvGrpSpPr/>
        <p:nvPr/>
      </p:nvGrpSpPr>
      <p:grpSpPr>
        <a:xfrm xmlns:a="http://schemas.openxmlformats.org/drawingml/2006/main"/>
      </p:grpSpPr>
      <p:sp>
        <p:nvSpPr>
          <p:cNvPr id="11" name="직사각형 10">
            <a:extLst xmlns:a="http://schemas.openxmlformats.org/drawingml/2006/main">
              <a:ext uri="{FF2B5EF4-FFF2-40B4-BE49-F238E27FC236}">
                <a16:creationId xmlns:a16="http://schemas.microsoft.com/office/drawing/2014/main" id="{DC777D82-9E93-4ED8-830D-D7A9A647B76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9FF2C"/>
          </a:solidFill>
          <a:ln xmlns:a="http://schemas.openxmlformats.org/drawingml/2006/main" w="0">
            <a:solidFill>
              <a:srgbClr val="B9FF2C"/>
            </a:solidFill>
            <a:prstDash val="solid"/>
          </a:ln>
        </p:spPr>
      </p:sp>
      <p:sp>
        <p:nvSpPr>
          <p:cNvPr id="2" name="직사각형 1">
            <a:extLst xmlns:a="http://schemas.openxmlformats.org/drawingml/2006/main">
              <a:ext uri="{FF2B5EF4-FFF2-40B4-BE49-F238E27FC236}">
                <a16:creationId xmlns:a16="http://schemas.microsoft.com/office/drawing/2014/main" id="{2CDFE4FD-081E-4970-AB98-D50DF18A050D}"/>
              </a:ext>
            </a:extLst>
          </p:cNvPr>
          <p:cNvSpPr>
            <a:spLocks xmlns:a="http://schemas.openxmlformats.org/drawingml/2006/main" noGrp="1"/>
          </p:cNvSpPr>
          <p:nvPr/>
        </p:nvSpPr>
        <p:spPr>
          <a:xfrm xmlns:a="http://schemas.openxmlformats.org/drawingml/2006/main">
            <a:off x="646899" y="2381251"/>
            <a:ext cx="3033273"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1">
                <a:solidFill>
                  <a:srgbClr val="B9FF2C"/>
                </a:solidFill>
                <a:latin typeface="Pretendard"/>
                <a:ea typeface="Pretendard"/>
                <a:cs typeface="Pretendard"/>
              </a:defRPr>
            </a:pPr>
            <a:r>
              <a:rPr sz="4000" b="1">
                <a:solidFill>
                  <a:srgbClr val="B9FF2C"/>
                </a:solidFill>
                <a:latin typeface="Pretendard"/>
                <a:ea typeface="Pretendard"/>
                <a:cs typeface="Pretendard"/>
              </a:rPr>
              <a:t>러너스 아이</a:t>
            </a:r>
          </a:p>
        </p:txBody>
      </p:sp>
      <p:sp>
        <p:nvSpPr>
          <p:cNvPr id="3" name="직사각형 2">
            <a:extLst xmlns:a="http://schemas.openxmlformats.org/drawingml/2006/main">
              <a:ext uri="{FF2B5EF4-FFF2-40B4-BE49-F238E27FC236}">
                <a16:creationId xmlns:a16="http://schemas.microsoft.com/office/drawing/2014/main" id="{F8DE3D51-B33D-412D-8631-AF62A3828374}"/>
              </a:ext>
            </a:extLst>
          </p:cNvPr>
          <p:cNvSpPr>
            <a:spLocks xmlns:a="http://schemas.openxmlformats.org/drawingml/2006/main" noGrp="1"/>
          </p:cNvSpPr>
          <p:nvPr/>
        </p:nvSpPr>
        <p:spPr>
          <a:xfrm xmlns:a="http://schemas.openxmlformats.org/drawingml/2006/main">
            <a:off x="685799" y="3095626"/>
            <a:ext cx="3863148"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600" b="1">
                <a:solidFill>
                  <a:srgbClr val="F5F7F5"/>
                </a:solidFill>
                <a:latin typeface="Pretendard"/>
                <a:ea typeface="Pretendard"/>
                <a:cs typeface="Pretendard"/>
              </a:defRPr>
            </a:pPr>
            <a:r>
              <a:rPr sz="2000" b="1">
                <a:solidFill>
                  <a:schemeClr val="bg1">
                    <a:lumMod val="95000"/>
                  </a:schemeClr>
                </a:solidFill>
                <a:latin typeface="Pretendard"/>
                <a:ea typeface="Pretendard"/>
                <a:cs typeface="Pretendard"/>
              </a:rPr>
              <a:t>달리는 순간, 데이터로 읽습니다.</a:t>
            </a:r>
          </a:p>
        </p:txBody>
      </p:sp>
      <p:sp>
        <p:nvSpPr>
          <p:cNvPr id="5" name="직선 연결선[R] 4">
            <a:extLst xmlns:a="http://schemas.openxmlformats.org/drawingml/2006/main">
              <a:ext uri="{FF2B5EF4-FFF2-40B4-BE49-F238E27FC236}">
                <a16:creationId xmlns:a16="http://schemas.microsoft.com/office/drawing/2014/main" id="{BD8687C5-370B-4319-89D2-E026C9334B91}"/>
              </a:ext>
            </a:extLst>
          </p:cNvPr>
          <p:cNvSpPr>
            <a:spLocks xmlns:a="http://schemas.openxmlformats.org/drawingml/2006/main" noGrp="1"/>
          </p:cNvSpPr>
          <p:nvPr/>
        </p:nvSpPr>
        <p:spPr>
          <a:xfrm xmlns:a="http://schemas.openxmlformats.org/drawingml/2006/main">
            <a:off x="685800" y="3524250"/>
            <a:ext cx="4667250" cy="0"/>
          </a:xfrm>
          <a:prstGeom xmlns:a="http://schemas.openxmlformats.org/drawingml/2006/main" prst="line">
            <a:avLst/>
          </a:prstGeom>
          <a:noFill xmlns:a="http://schemas.openxmlformats.org/drawingml/2006/main"/>
          <a:ln xmlns:a="http://schemas.openxmlformats.org/drawingml/2006/main" w="28575">
            <a:solidFill>
              <a:srgbClr val="B9FF2C"/>
            </a:solidFill>
            <a:prstDash val="solid"/>
          </a:ln>
        </p:spPr>
      </p:sp>
      <p:sp>
        <p:nvSpPr>
          <p:cNvPr id="6" name="직사각형 5">
            <a:extLst xmlns:a="http://schemas.openxmlformats.org/drawingml/2006/main">
              <a:ext uri="{FF2B5EF4-FFF2-40B4-BE49-F238E27FC236}">
                <a16:creationId xmlns:a16="http://schemas.microsoft.com/office/drawing/2014/main" id="{2D2928B6-47B2-4CA2-8C0A-75474C008C41}"/>
              </a:ext>
            </a:extLst>
          </p:cNvPr>
          <p:cNvSpPr>
            <a:spLocks xmlns:a="http://schemas.openxmlformats.org/drawingml/2006/main" noGrp="1"/>
          </p:cNvSpPr>
          <p:nvPr/>
        </p:nvSpPr>
        <p:spPr>
          <a:xfrm xmlns:a="http://schemas.openxmlformats.org/drawingml/2006/main">
            <a:off x="685800" y="38100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1">
                <a:solidFill>
                  <a:srgbClr val="F5F7F5"/>
                </a:solidFill>
                <a:latin typeface="Pretendard"/>
                <a:ea typeface="Pretendard"/>
                <a:cs typeface="Pretendard"/>
              </a:defRPr>
            </a:pPr>
            <a:r>
              <a:rPr sz="1294" b="1">
                <a:solidFill>
                  <a:srgbClr val="F5F7F5"/>
                </a:solidFill>
                <a:latin typeface="Pretendard"/>
                <a:ea typeface="Pretendard"/>
                <a:cs typeface="Pretendard"/>
              </a:rPr>
              <a:t>팀 테무 꽃보다 남자</a:t>
            </a:r>
          </a:p>
        </p:txBody>
      </p:sp>
      <p:sp>
        <p:nvSpPr>
          <p:cNvPr id="7" name="직사각형 6">
            <a:extLst xmlns:a="http://schemas.openxmlformats.org/drawingml/2006/main">
              <a:ext uri="{FF2B5EF4-FFF2-40B4-BE49-F238E27FC236}">
                <a16:creationId xmlns:a16="http://schemas.microsoft.com/office/drawing/2014/main" id="{1517E37D-5BC3-4853-9877-C36BCBB9BF7F}"/>
              </a:ext>
            </a:extLst>
          </p:cNvPr>
          <p:cNvSpPr>
            <a:spLocks xmlns:a="http://schemas.openxmlformats.org/drawingml/2006/main" noGrp="1"/>
          </p:cNvSpPr>
          <p:nvPr/>
        </p:nvSpPr>
        <p:spPr>
          <a:xfrm xmlns:a="http://schemas.openxmlformats.org/drawingml/2006/main">
            <a:off x="685800" y="4171950"/>
            <a:ext cx="514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0">
                <a:solidFill>
                  <a:srgbClr val="98A099"/>
                </a:solidFill>
                <a:latin typeface="Pretendard"/>
                <a:ea typeface="Pretendard"/>
                <a:cs typeface="Pretendard"/>
              </a:defRPr>
            </a:pPr>
            <a:r>
              <a:rPr sz="1294" b="0">
                <a:solidFill>
                  <a:srgbClr val="98A099"/>
                </a:solidFill>
                <a:latin typeface="Pretendard"/>
                <a:ea typeface="Pretendard"/>
                <a:cs typeface="Pretendard"/>
              </a:rPr>
              <a:t>박재혁   정승인   정세현   박주환   유한나</a:t>
            </a:r>
          </a:p>
        </p:txBody>
      </p:sp>
      <p:sp>
        <p:nvSpPr>
          <p:cNvPr id="8" name="모서리가 둥근 직사각형 7">
            <a:extLst xmlns:a="http://schemas.openxmlformats.org/drawingml/2006/main">
              <a:ext uri="{FF2B5EF4-FFF2-40B4-BE49-F238E27FC236}">
                <a16:creationId xmlns:a16="http://schemas.microsoft.com/office/drawing/2014/main" id="{E6CABD02-9B64-4AAC-AF6B-13E43EE617E1}"/>
              </a:ext>
            </a:extLst>
          </p:cNvPr>
          <p:cNvSpPr>
            <a:spLocks xmlns:a="http://schemas.openxmlformats.org/drawingml/2006/main" noGrp="1"/>
          </p:cNvSpPr>
          <p:nvPr/>
        </p:nvSpPr>
        <p:spPr>
          <a:xfrm xmlns:a="http://schemas.openxmlformats.org/drawingml/2006/main">
            <a:off x="8401049" y="325124"/>
            <a:ext cx="3144051" cy="5828026"/>
          </a:xfrm>
          <a:prstGeom xmlns:a="http://schemas.openxmlformats.org/drawingml/2006/main" prst="roundRect">
            <a:avLst>
              <a:gd name="adj" fmla="val 6383"/>
            </a:avLst>
          </a:prstGeom>
          <a:solidFill xmlns:a="http://schemas.openxmlformats.org/drawingml/2006/main">
            <a:srgbClr val="101512"/>
          </a:solidFill>
          <a:ln xmlns:a="http://schemas.openxmlformats.org/drawingml/2006/main" w="9525">
            <a:solidFill>
              <a:srgbClr val="283029"/>
            </a:solidFill>
            <a:prstDash val="solid"/>
          </a:ln>
        </p:spPr>
      </p:sp>
      <p:pic>
        <p:nvPicPr>
          <p:cNvPr id="20" name="그림 18"/>
          <p:cNvPicPr>
            <a:picLocks xmlns:a="http://schemas.openxmlformats.org/drawingml/2006/main" noChangeAspect="1"/>
          </p:cNvPicPr>
          <p:nvPr/>
        </p:nvPicPr>
        <p:blipFill>
          <a:blip xmlns:r="http://schemas.openxmlformats.org/officeDocument/2006/relationships" xmlns:a="http://schemas.openxmlformats.org/drawingml/2006/main" r:embed="Rf72503ba44f54630"/>
          <a:stretch xmlns:a="http://schemas.openxmlformats.org/drawingml/2006/main"/>
        </p:blipFill>
        <p:spPr>
          <a:xfrm xmlns:a="http://schemas.openxmlformats.org/drawingml/2006/main">
            <a:off x="8702074" y="415183"/>
            <a:ext cx="2541999" cy="5647908"/>
          </a:xfrm>
          <a:prstGeom xmlns:a="http://schemas.openxmlformats.org/drawingml/2006/main" prst="rect">
            <a:avLst/>
          </a:prstGeom>
        </p:spPr>
      </p:pic>
      <p:sp>
        <p:nvSpPr>
          <p:cNvPr id="10" name="직사각형 9">
            <a:extLst xmlns:a="http://schemas.openxmlformats.org/drawingml/2006/main">
              <a:ext uri="{FF2B5EF4-FFF2-40B4-BE49-F238E27FC236}">
                <a16:creationId xmlns:a16="http://schemas.microsoft.com/office/drawing/2014/main" id="{B21A22CE-5E1D-471F-9D9F-0CFA2F02ABF4}"/>
              </a:ext>
            </a:extLst>
          </p:cNvPr>
          <p:cNvSpPr>
            <a:spLocks xmlns:a="http://schemas.openxmlformats.org/drawingml/2006/main" noGrp="1"/>
          </p:cNvSpPr>
          <p:nvPr/>
        </p:nvSpPr>
        <p:spPr>
          <a:xfrm xmlns:a="http://schemas.openxmlformats.org/drawingml/2006/main">
            <a:off x="9077325" y="6216109"/>
            <a:ext cx="1672368" cy="1846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750" b="0">
                <a:solidFill>
                  <a:srgbClr val="98A099"/>
                </a:solidFill>
                <a:latin typeface="Pretendard"/>
                <a:ea typeface="Pretendard"/>
                <a:cs typeface="Pretendard"/>
              </a:defRPr>
            </a:pPr>
            <a:r>
              <a:rPr sz="1400" b="0">
                <a:solidFill>
                  <a:srgbClr val="98A099"/>
                </a:solidFill>
                <a:latin typeface="Pretendard"/>
                <a:ea typeface="Pretendard"/>
                <a:cs typeface="Pretendard"/>
              </a:rPr>
              <a:t>RUNNERS EYE</a:t>
            </a:r>
          </a:p>
        </p:txBody>
      </p:sp>
    </p:spTree>
    <p:extLst>
      <p:ext uri="{BB962C8B-B14F-4D97-AF65-F5344CB8AC3E}">
        <p14:creationId xmlns:p14="http://schemas.microsoft.com/office/powerpoint/2010/main" val="1379978214"/>
      </p:ext>
    </p:extLst>
  </p:cSld>
</p:sld>
</file>

<file path=ppt/slides/slide2.xml><?xml version="1.0" encoding="utf-8"?>
<p:sld xmlns:p="http://schemas.openxmlformats.org/presentationml/2006/main">
  <p:cSld>
    <p:bg>
      <p:bgPr>
        <a:solidFill xmlns:a="http://schemas.openxmlformats.org/drawingml/2006/main">
          <a:srgbClr val="070A08"/>
        </a:solidFill>
      </p:bgPr>
    </p:bg>
    <p:spTree>
      <p:nvGrpSpPr>
        <p:cNvPr id="1" name=""/>
        <p:cNvGrpSpPr/>
        <p:nvPr/>
      </p:nvGrpSpPr>
      <p:grpSpPr>
        <a:xfrm xmlns:a="http://schemas.openxmlformats.org/drawingml/2006/main"/>
      </p:grpSpPr>
      <p:sp>
        <p:nvSpPr>
          <p:cNvPr id="26" name="직사각형 25">
            <a:extLst xmlns:a="http://schemas.openxmlformats.org/drawingml/2006/main">
              <a:ext uri="{FF2B5EF4-FFF2-40B4-BE49-F238E27FC236}">
                <a16:creationId xmlns:a16="http://schemas.microsoft.com/office/drawing/2014/main" id="{5865B6E7-F6CD-484B-AFAE-D49B1480B9F1}"/>
              </a:ext>
            </a:extLst>
          </p:cNvPr>
          <p:cNvSpPr>
            <a:spLocks xmlns:a="http://schemas.openxmlformats.org/drawingml/2006/main" noGrp="1"/>
          </p:cNvSpPr>
          <p:nvPr/>
        </p:nvSpPr>
        <p:spPr>
          <a:xfrm xmlns:a="http://schemas.openxmlformats.org/drawingml/2006/main">
            <a:off x="400050" y="228600"/>
            <a:ext cx="4572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750" b="1">
                <a:solidFill>
                  <a:srgbClr val="B9FF2C"/>
                </a:solidFill>
                <a:latin typeface="Pretendard"/>
                <a:ea typeface="Pretendard"/>
                <a:cs typeface="Pretendard"/>
              </a:defRPr>
            </a:pPr>
            <a:r>
              <a:rPr sz="1610" b="1">
                <a:solidFill>
                  <a:srgbClr val="B9FF2C"/>
                </a:solidFill>
                <a:latin typeface="Pretendard"/>
                <a:ea typeface="Pretendard"/>
                <a:cs typeface="Pretendard"/>
              </a:rPr>
              <a:t>01 · 소개</a:t>
            </a:r>
          </a:p>
        </p:txBody>
      </p:sp>
      <p:sp>
        <p:nvSpPr>
          <p:cNvPr id="2" name="직사각형 1">
            <a:extLst xmlns:a="http://schemas.openxmlformats.org/drawingml/2006/main">
              <a:ext uri="{FF2B5EF4-FFF2-40B4-BE49-F238E27FC236}">
                <a16:creationId xmlns:a16="http://schemas.microsoft.com/office/drawing/2014/main" id="{A733B4E0-AB5C-4794-9BD9-FC7AC43F86B1}"/>
              </a:ext>
            </a:extLst>
          </p:cNvPr>
          <p:cNvSpPr>
            <a:spLocks xmlns:a="http://schemas.openxmlformats.org/drawingml/2006/main" noGrp="1"/>
          </p:cNvSpPr>
          <p:nvPr/>
        </p:nvSpPr>
        <p:spPr>
          <a:xfrm xmlns:a="http://schemas.openxmlformats.org/drawingml/2006/main">
            <a:off x="11372850" y="2286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750" b="0">
                <a:solidFill>
                  <a:srgbClr val="98A099"/>
                </a:solidFill>
                <a:latin typeface="Pretendard"/>
                <a:ea typeface="Pretendard"/>
                <a:cs typeface="Pretendard"/>
              </a:defRPr>
            </a:pPr>
            <a:r>
              <a:rPr sz="1050" b="0">
                <a:solidFill>
                  <a:srgbClr val="98A099"/>
                </a:solidFill>
                <a:latin typeface="Pretendard"/>
                <a:ea typeface="Pretendard"/>
                <a:cs typeface="Pretendard"/>
              </a:rPr>
              <a:t>02</a:t>
            </a:r>
          </a:p>
        </p:txBody>
      </p:sp>
      <p:sp>
        <p:nvSpPr>
          <p:cNvPr id="3" name="직사각형 2">
            <a:extLst xmlns:a="http://schemas.openxmlformats.org/drawingml/2006/main">
              <a:ext uri="{FF2B5EF4-FFF2-40B4-BE49-F238E27FC236}">
                <a16:creationId xmlns:a16="http://schemas.microsoft.com/office/drawing/2014/main" id="{D78EF3E1-14EC-4E1D-907D-8B24980A0FF5}"/>
              </a:ext>
            </a:extLst>
          </p:cNvPr>
          <p:cNvSpPr>
            <a:spLocks xmlns:a="http://schemas.openxmlformats.org/drawingml/2006/main" noGrp="1"/>
          </p:cNvSpPr>
          <p:nvPr/>
        </p:nvSpPr>
        <p:spPr>
          <a:xfrm xmlns:a="http://schemas.openxmlformats.org/drawingml/2006/main">
            <a:off x="400050" y="685800"/>
            <a:ext cx="10839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325" b="1">
                <a:solidFill>
                  <a:srgbClr val="F5F7F5"/>
                </a:solidFill>
                <a:latin typeface="Pretendard"/>
                <a:ea typeface="Pretendard"/>
                <a:cs typeface="Pretendard"/>
              </a:defRPr>
            </a:pPr>
            <a:r>
              <a:rPr sz="3680" b="1">
                <a:solidFill>
                  <a:srgbClr val="F5F7F5"/>
                </a:solidFill>
                <a:latin typeface="Pretendard"/>
                <a:ea typeface="Pretendard"/>
                <a:cs typeface="Pretendard"/>
              </a:rPr>
              <a:t>팀</a:t>
            </a:r>
            <a:r>
              <a:rPr sz="3680" b="1">
                <a:solidFill>
                  <a:srgbClr val="F5F7F5"/>
                </a:solidFill>
                <a:latin typeface="Pretendard"/>
                <a:ea typeface="Pretendard"/>
                <a:cs typeface="Pretendard"/>
              </a:rPr>
              <a:t> </a:t>
            </a:r>
            <a:r>
              <a:rPr sz="3680" b="1">
                <a:solidFill>
                  <a:srgbClr val="F5F7F5"/>
                </a:solidFill>
                <a:latin typeface="Pretendard"/>
                <a:ea typeface="Pretendard"/>
                <a:cs typeface="Pretendard"/>
              </a:rPr>
              <a:t>구성과</a:t>
            </a:r>
            <a:r>
              <a:rPr sz="3680" b="1">
                <a:solidFill>
                  <a:srgbClr val="F5F7F5"/>
                </a:solidFill>
                <a:latin typeface="Pretendard"/>
                <a:ea typeface="Pretendard"/>
                <a:cs typeface="Pretendard"/>
              </a:rPr>
              <a:t> </a:t>
            </a:r>
            <a:r>
              <a:rPr sz="3680" b="1">
                <a:solidFill>
                  <a:srgbClr val="F5F7F5"/>
                </a:solidFill>
                <a:latin typeface="Pretendard"/>
                <a:ea typeface="Pretendard"/>
                <a:cs typeface="Pretendard"/>
              </a:rPr>
              <a:t>역할</a:t>
            </a:r>
            <a:endParaRPr sz="3680" b="1">
              <a:solidFill>
                <a:srgbClr val="F5F7F5"/>
              </a:solidFill>
              <a:latin typeface="Pretendard"/>
              <a:ea typeface="Pretendard"/>
              <a:cs typeface="Pretendard"/>
            </a:endParaRPr>
          </a:p>
        </p:txBody>
      </p:sp>
      <p:sp>
        <p:nvSpPr>
          <p:cNvPr id="4" name="직선 연결선[R] 3">
            <a:extLst xmlns:a="http://schemas.openxmlformats.org/drawingml/2006/main">
              <a:ext uri="{FF2B5EF4-FFF2-40B4-BE49-F238E27FC236}">
                <a16:creationId xmlns:a16="http://schemas.microsoft.com/office/drawing/2014/main" id="{6ACFC8AE-1386-409D-828B-8D465030DA06}"/>
              </a:ext>
            </a:extLst>
          </p:cNvPr>
          <p:cNvSpPr>
            <a:spLocks xmlns:a="http://schemas.openxmlformats.org/drawingml/2006/main" noGrp="1"/>
          </p:cNvSpPr>
          <p:nvPr/>
        </p:nvSpPr>
        <p:spPr>
          <a:xfrm xmlns:a="http://schemas.openxmlformats.org/drawingml/2006/main">
            <a:off x="400050" y="1257300"/>
            <a:ext cx="11372850" cy="0"/>
          </a:xfrm>
          <a:prstGeom xmlns:a="http://schemas.openxmlformats.org/drawingml/2006/main" prst="line">
            <a:avLst/>
          </a:prstGeom>
          <a:noFill xmlns:a="http://schemas.openxmlformats.org/drawingml/2006/main"/>
          <a:ln xmlns:a="http://schemas.openxmlformats.org/drawingml/2006/main" w="9525">
            <a:solidFill>
              <a:srgbClr val="283029"/>
            </a:solidFill>
            <a:prstDash val="solid"/>
          </a:ln>
        </p:spPr>
      </p:sp>
      <p:sp>
        <p:nvSpPr>
          <p:cNvPr id="7" name="직사각형 6">
            <a:extLst xmlns:a="http://schemas.openxmlformats.org/drawingml/2006/main">
              <a:ext uri="{FF2B5EF4-FFF2-40B4-BE49-F238E27FC236}">
                <a16:creationId xmlns:a16="http://schemas.microsoft.com/office/drawing/2014/main" id="{3A0EE40E-ED39-4968-8369-A6FD754E5BAD}"/>
              </a:ext>
            </a:extLst>
          </p:cNvPr>
          <p:cNvSpPr>
            <a:spLocks xmlns:a="http://schemas.openxmlformats.org/drawingml/2006/main" noGrp="1"/>
          </p:cNvSpPr>
          <p:nvPr/>
        </p:nvSpPr>
        <p:spPr>
          <a:xfrm xmlns:a="http://schemas.openxmlformats.org/drawingml/2006/main">
            <a:off x="628650" y="220980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950" b="1">
                <a:solidFill>
                  <a:srgbClr val="F5F7F5"/>
                </a:solidFill>
                <a:latin typeface="Pretendard"/>
                <a:ea typeface="Pretendard"/>
                <a:cs typeface="Pretendard"/>
              </a:defRPr>
            </a:pPr>
            <a:r>
              <a:rPr sz="2588" b="1">
                <a:solidFill>
                  <a:srgbClr val="F5F7F5"/>
                </a:solidFill>
                <a:latin typeface="Pretendard"/>
                <a:ea typeface="Pretendard"/>
                <a:cs typeface="Pretendard"/>
              </a:rPr>
              <a:t>박재혁</a:t>
            </a:r>
          </a:p>
        </p:txBody>
      </p:sp>
      <p:sp>
        <p:nvSpPr>
          <p:cNvPr id="8" name="직선 연결선[R] 7">
            <a:extLst xmlns:a="http://schemas.openxmlformats.org/drawingml/2006/main">
              <a:ext uri="{FF2B5EF4-FFF2-40B4-BE49-F238E27FC236}">
                <a16:creationId xmlns:a16="http://schemas.microsoft.com/office/drawing/2014/main" id="{C995C65D-8B77-49B5-95A7-C620CF01E8B8}"/>
              </a:ext>
            </a:extLst>
          </p:cNvPr>
          <p:cNvSpPr>
            <a:spLocks xmlns:a="http://schemas.openxmlformats.org/drawingml/2006/main" noGrp="1"/>
          </p:cNvSpPr>
          <p:nvPr/>
        </p:nvSpPr>
        <p:spPr>
          <a:xfrm xmlns:a="http://schemas.openxmlformats.org/drawingml/2006/main">
            <a:off x="628650" y="2819400"/>
            <a:ext cx="2857500" cy="0"/>
          </a:xfrm>
          <a:prstGeom xmlns:a="http://schemas.openxmlformats.org/drawingml/2006/main" prst="line">
            <a:avLst/>
          </a:prstGeom>
          <a:noFill xmlns:a="http://schemas.openxmlformats.org/drawingml/2006/main"/>
          <a:ln xmlns:a="http://schemas.openxmlformats.org/drawingml/2006/main" w="19050">
            <a:solidFill>
              <a:srgbClr val="B9FF2C"/>
            </a:solidFill>
            <a:prstDash val="solid"/>
          </a:ln>
        </p:spPr>
      </p:sp>
      <p:sp>
        <p:nvSpPr>
          <p:cNvPr id="9" name="직사각형 8">
            <a:extLst xmlns:a="http://schemas.openxmlformats.org/drawingml/2006/main">
              <a:ext uri="{FF2B5EF4-FFF2-40B4-BE49-F238E27FC236}">
                <a16:creationId xmlns:a16="http://schemas.microsoft.com/office/drawing/2014/main" id="{AC4288CC-F232-4CED-AE99-7B206D88F325}"/>
              </a:ext>
            </a:extLst>
          </p:cNvPr>
          <p:cNvSpPr>
            <a:spLocks xmlns:a="http://schemas.openxmlformats.org/drawingml/2006/main" noGrp="1"/>
          </p:cNvSpPr>
          <p:nvPr/>
        </p:nvSpPr>
        <p:spPr>
          <a:xfrm xmlns:a="http://schemas.openxmlformats.org/drawingml/2006/main">
            <a:off x="628650" y="29908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00" b="0">
                <a:solidFill>
                  <a:srgbClr val="98A099"/>
                </a:solidFill>
                <a:latin typeface="Pretendard"/>
                <a:ea typeface="Pretendard"/>
                <a:cs typeface="Pretendard"/>
              </a:defRPr>
            </a:pPr>
            <a:r>
              <a:rPr sz="1725" b="1">
                <a:solidFill>
                  <a:schemeClr val="bg1">
                    <a:lumMod val="95000"/>
                  </a:schemeClr>
                </a:solidFill>
                <a:latin typeface="Pretendard"/>
                <a:ea typeface="Pretendard"/>
                <a:cs typeface="Pretendard"/>
              </a:rPr>
              <a:t>역할: PM, 인프라</a:t>
            </a:r>
          </a:p>
        </p:txBody>
      </p:sp>
      <p:sp>
        <p:nvSpPr>
          <p:cNvPr id="11" name="직사각형 10">
            <a:extLst xmlns:a="http://schemas.openxmlformats.org/drawingml/2006/main">
              <a:ext uri="{FF2B5EF4-FFF2-40B4-BE49-F238E27FC236}">
                <a16:creationId xmlns:a16="http://schemas.microsoft.com/office/drawing/2014/main" id="{A425F3C4-D52B-4650-AB86-455D0BBD6F01}"/>
              </a:ext>
            </a:extLst>
          </p:cNvPr>
          <p:cNvSpPr>
            <a:spLocks xmlns:a="http://schemas.openxmlformats.org/drawingml/2006/main" noGrp="1"/>
          </p:cNvSpPr>
          <p:nvPr/>
        </p:nvSpPr>
        <p:spPr>
          <a:xfrm xmlns:a="http://schemas.openxmlformats.org/drawingml/2006/main">
            <a:off x="4191000" y="220980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950" b="1">
                <a:solidFill>
                  <a:srgbClr val="F5F7F5"/>
                </a:solidFill>
                <a:latin typeface="Pretendard"/>
                <a:ea typeface="Pretendard"/>
                <a:cs typeface="Pretendard"/>
              </a:defRPr>
            </a:pPr>
            <a:r>
              <a:rPr sz="2588" b="1">
                <a:solidFill>
                  <a:srgbClr val="F5F7F5"/>
                </a:solidFill>
                <a:latin typeface="Pretendard"/>
                <a:ea typeface="Pretendard"/>
                <a:cs typeface="Pretendard"/>
              </a:rPr>
              <a:t>정승인</a:t>
            </a:r>
          </a:p>
        </p:txBody>
      </p:sp>
      <p:sp>
        <p:nvSpPr>
          <p:cNvPr id="12" name="직선 연결선[R] 11">
            <a:extLst xmlns:a="http://schemas.openxmlformats.org/drawingml/2006/main">
              <a:ext uri="{FF2B5EF4-FFF2-40B4-BE49-F238E27FC236}">
                <a16:creationId xmlns:a16="http://schemas.microsoft.com/office/drawing/2014/main" id="{F0F877D8-1CC7-473E-8533-6828BCF8ACC5}"/>
              </a:ext>
            </a:extLst>
          </p:cNvPr>
          <p:cNvSpPr>
            <a:spLocks xmlns:a="http://schemas.openxmlformats.org/drawingml/2006/main" noGrp="1"/>
          </p:cNvSpPr>
          <p:nvPr/>
        </p:nvSpPr>
        <p:spPr>
          <a:xfrm xmlns:a="http://schemas.openxmlformats.org/drawingml/2006/main">
            <a:off x="4191000" y="2819400"/>
            <a:ext cx="2857500" cy="0"/>
          </a:xfrm>
          <a:prstGeom xmlns:a="http://schemas.openxmlformats.org/drawingml/2006/main" prst="line">
            <a:avLst/>
          </a:prstGeom>
          <a:noFill xmlns:a="http://schemas.openxmlformats.org/drawingml/2006/main"/>
          <a:ln xmlns:a="http://schemas.openxmlformats.org/drawingml/2006/main" w="19050">
            <a:solidFill>
              <a:srgbClr val="B9FF2C"/>
            </a:solidFill>
            <a:prstDash val="solid"/>
          </a:ln>
        </p:spPr>
      </p:sp>
      <p:sp>
        <p:nvSpPr>
          <p:cNvPr id="13" name="직사각형 12">
            <a:extLst xmlns:a="http://schemas.openxmlformats.org/drawingml/2006/main">
              <a:ext uri="{FF2B5EF4-FFF2-40B4-BE49-F238E27FC236}">
                <a16:creationId xmlns:a16="http://schemas.microsoft.com/office/drawing/2014/main" id="{CD5CCB8E-9A81-4012-9D25-C427AA497178}"/>
              </a:ext>
            </a:extLst>
          </p:cNvPr>
          <p:cNvSpPr>
            <a:spLocks xmlns:a="http://schemas.openxmlformats.org/drawingml/2006/main" noGrp="1"/>
          </p:cNvSpPr>
          <p:nvPr/>
        </p:nvSpPr>
        <p:spPr>
          <a:xfrm xmlns:a="http://schemas.openxmlformats.org/drawingml/2006/main">
            <a:off x="4191000" y="29908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98A099"/>
                </a:solidFill>
                <a:latin typeface="Pretendard"/>
                <a:ea typeface="Pretendard"/>
                <a:cs typeface="Pretendard"/>
              </a:defRPr>
            </a:pPr>
            <a:r>
              <a:rPr sz="1725" b="1">
                <a:solidFill>
                  <a:schemeClr val="bg1">
                    <a:lumMod val="95000"/>
                  </a:schemeClr>
                </a:solidFill>
                <a:latin typeface="Pretendard"/>
                <a:ea typeface="Pretendard"/>
                <a:cs typeface="Pretendard"/>
              </a:rPr>
              <a:t>역할: 인프라</a:t>
            </a:r>
          </a:p>
        </p:txBody>
      </p:sp>
      <p:sp>
        <p:nvSpPr>
          <p:cNvPr id="15" name="직사각형 14">
            <a:extLst xmlns:a="http://schemas.openxmlformats.org/drawingml/2006/main">
              <a:ext uri="{FF2B5EF4-FFF2-40B4-BE49-F238E27FC236}">
                <a16:creationId xmlns:a16="http://schemas.microsoft.com/office/drawing/2014/main" id="{63ABF0B9-2812-4C91-AFA3-DC886F1E27C7}"/>
              </a:ext>
            </a:extLst>
          </p:cNvPr>
          <p:cNvSpPr>
            <a:spLocks xmlns:a="http://schemas.openxmlformats.org/drawingml/2006/main" noGrp="1"/>
          </p:cNvSpPr>
          <p:nvPr/>
        </p:nvSpPr>
        <p:spPr>
          <a:xfrm xmlns:a="http://schemas.openxmlformats.org/drawingml/2006/main">
            <a:off x="7753350" y="220980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950" b="1">
                <a:solidFill>
                  <a:srgbClr val="F5F7F5"/>
                </a:solidFill>
                <a:latin typeface="Pretendard"/>
                <a:ea typeface="Pretendard"/>
                <a:cs typeface="Pretendard"/>
              </a:defRPr>
            </a:pPr>
            <a:r>
              <a:rPr sz="2588" b="1">
                <a:solidFill>
                  <a:srgbClr val="F5F7F5"/>
                </a:solidFill>
                <a:latin typeface="Pretendard"/>
                <a:ea typeface="Pretendard"/>
                <a:cs typeface="Pretendard"/>
              </a:rPr>
              <a:t>정세현</a:t>
            </a:r>
          </a:p>
        </p:txBody>
      </p:sp>
      <p:sp>
        <p:nvSpPr>
          <p:cNvPr id="16" name="직선 연결선[R] 15">
            <a:extLst xmlns:a="http://schemas.openxmlformats.org/drawingml/2006/main">
              <a:ext uri="{FF2B5EF4-FFF2-40B4-BE49-F238E27FC236}">
                <a16:creationId xmlns:a16="http://schemas.microsoft.com/office/drawing/2014/main" id="{38199C22-2524-4027-AED6-394A0E0C3A7A}"/>
              </a:ext>
            </a:extLst>
          </p:cNvPr>
          <p:cNvSpPr>
            <a:spLocks xmlns:a="http://schemas.openxmlformats.org/drawingml/2006/main" noGrp="1"/>
          </p:cNvSpPr>
          <p:nvPr/>
        </p:nvSpPr>
        <p:spPr>
          <a:xfrm xmlns:a="http://schemas.openxmlformats.org/drawingml/2006/main">
            <a:off x="7753350" y="2819400"/>
            <a:ext cx="2857500" cy="0"/>
          </a:xfrm>
          <a:prstGeom xmlns:a="http://schemas.openxmlformats.org/drawingml/2006/main" prst="line">
            <a:avLst/>
          </a:prstGeom>
          <a:noFill xmlns:a="http://schemas.openxmlformats.org/drawingml/2006/main"/>
          <a:ln xmlns:a="http://schemas.openxmlformats.org/drawingml/2006/main" w="19050">
            <a:solidFill>
              <a:srgbClr val="B9FF2C"/>
            </a:solidFill>
            <a:prstDash val="solid"/>
          </a:ln>
        </p:spPr>
      </p:sp>
      <p:sp>
        <p:nvSpPr>
          <p:cNvPr id="17" name="직사각형 16">
            <a:extLst xmlns:a="http://schemas.openxmlformats.org/drawingml/2006/main">
              <a:ext uri="{FF2B5EF4-FFF2-40B4-BE49-F238E27FC236}">
                <a16:creationId xmlns:a16="http://schemas.microsoft.com/office/drawing/2014/main" id="{8DB7980A-2995-4E33-91F3-4890674CE414}"/>
              </a:ext>
            </a:extLst>
          </p:cNvPr>
          <p:cNvSpPr>
            <a:spLocks xmlns:a="http://schemas.openxmlformats.org/drawingml/2006/main" noGrp="1"/>
          </p:cNvSpPr>
          <p:nvPr/>
        </p:nvSpPr>
        <p:spPr>
          <a:xfrm xmlns:a="http://schemas.openxmlformats.org/drawingml/2006/main">
            <a:off x="7753350" y="2990850"/>
            <a:ext cx="3486150" cy="3237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98A099"/>
                </a:solidFill>
                <a:latin typeface="Pretendard"/>
                <a:ea typeface="Pretendard"/>
                <a:cs typeface="Pretendard"/>
              </a:defRPr>
            </a:pPr>
            <a:r>
              <a:rPr sz="1725" b="1">
                <a:solidFill>
                  <a:schemeClr val="bg1">
                    <a:lumMod val="95000"/>
                  </a:schemeClr>
                </a:solidFill>
                <a:latin typeface="Pretendard"/>
                <a:ea typeface="Pretendard"/>
                <a:cs typeface="Pretendard"/>
              </a:rPr>
              <a:t>역할: 모델 파이프라인 설계 및 구현</a:t>
            </a:r>
          </a:p>
        </p:txBody>
      </p:sp>
      <p:sp>
        <p:nvSpPr>
          <p:cNvPr id="19" name="직사각형 18">
            <a:extLst xmlns:a="http://schemas.openxmlformats.org/drawingml/2006/main">
              <a:ext uri="{FF2B5EF4-FFF2-40B4-BE49-F238E27FC236}">
                <a16:creationId xmlns:a16="http://schemas.microsoft.com/office/drawing/2014/main" id="{4947C78E-E14B-4AEA-A1C8-BCDC002C61CF}"/>
              </a:ext>
            </a:extLst>
          </p:cNvPr>
          <p:cNvSpPr>
            <a:spLocks xmlns:a="http://schemas.openxmlformats.org/drawingml/2006/main" noGrp="1"/>
          </p:cNvSpPr>
          <p:nvPr/>
        </p:nvSpPr>
        <p:spPr>
          <a:xfrm xmlns:a="http://schemas.openxmlformats.org/drawingml/2006/main">
            <a:off x="2400300" y="415290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950" b="1">
                <a:solidFill>
                  <a:srgbClr val="F5F7F5"/>
                </a:solidFill>
                <a:latin typeface="Pretendard"/>
                <a:ea typeface="Pretendard"/>
                <a:cs typeface="Pretendard"/>
              </a:defRPr>
            </a:pPr>
            <a:r>
              <a:rPr sz="2588" b="1">
                <a:solidFill>
                  <a:srgbClr val="F5F7F5"/>
                </a:solidFill>
                <a:latin typeface="Pretendard"/>
                <a:ea typeface="Pretendard"/>
                <a:cs typeface="Pretendard"/>
              </a:rPr>
              <a:t>박주환</a:t>
            </a:r>
          </a:p>
        </p:txBody>
      </p:sp>
      <p:sp>
        <p:nvSpPr>
          <p:cNvPr id="20" name="직선 연결선[R] 19">
            <a:extLst xmlns:a="http://schemas.openxmlformats.org/drawingml/2006/main">
              <a:ext uri="{FF2B5EF4-FFF2-40B4-BE49-F238E27FC236}">
                <a16:creationId xmlns:a16="http://schemas.microsoft.com/office/drawing/2014/main" id="{41CD0940-4B67-42E0-A309-4B38D2F89FA4}"/>
              </a:ext>
            </a:extLst>
          </p:cNvPr>
          <p:cNvSpPr>
            <a:spLocks xmlns:a="http://schemas.openxmlformats.org/drawingml/2006/main" noGrp="1"/>
          </p:cNvSpPr>
          <p:nvPr/>
        </p:nvSpPr>
        <p:spPr>
          <a:xfrm xmlns:a="http://schemas.openxmlformats.org/drawingml/2006/main">
            <a:off x="2400300" y="4762500"/>
            <a:ext cx="2857500" cy="0"/>
          </a:xfrm>
          <a:prstGeom xmlns:a="http://schemas.openxmlformats.org/drawingml/2006/main" prst="line">
            <a:avLst/>
          </a:prstGeom>
          <a:noFill xmlns:a="http://schemas.openxmlformats.org/drawingml/2006/main"/>
          <a:ln xmlns:a="http://schemas.openxmlformats.org/drawingml/2006/main" w="19050">
            <a:solidFill>
              <a:srgbClr val="B9FF2C"/>
            </a:solidFill>
            <a:prstDash val="solid"/>
          </a:ln>
        </p:spPr>
      </p:sp>
      <p:sp>
        <p:nvSpPr>
          <p:cNvPr id="21" name="직사각형 20">
            <a:extLst xmlns:a="http://schemas.openxmlformats.org/drawingml/2006/main">
              <a:ext uri="{FF2B5EF4-FFF2-40B4-BE49-F238E27FC236}">
                <a16:creationId xmlns:a16="http://schemas.microsoft.com/office/drawing/2014/main" id="{1376FC87-3F09-4BCF-B6FB-C48D58AE02D1}"/>
              </a:ext>
            </a:extLst>
          </p:cNvPr>
          <p:cNvSpPr>
            <a:spLocks xmlns:a="http://schemas.openxmlformats.org/drawingml/2006/main" noGrp="1"/>
          </p:cNvSpPr>
          <p:nvPr/>
        </p:nvSpPr>
        <p:spPr>
          <a:xfrm xmlns:a="http://schemas.openxmlformats.org/drawingml/2006/main">
            <a:off x="2400300" y="4933950"/>
            <a:ext cx="609600" cy="3237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00" b="0">
                <a:solidFill>
                  <a:srgbClr val="98A099"/>
                </a:solidFill>
                <a:latin typeface="Pretendard"/>
                <a:ea typeface="Pretendard"/>
                <a:cs typeface="Pretendard"/>
              </a:defRPr>
            </a:pPr>
            <a:r>
              <a:rPr sz="1725" b="1">
                <a:solidFill>
                  <a:schemeClr val="bg1">
                    <a:lumMod val="95000"/>
                  </a:schemeClr>
                </a:solidFill>
                <a:latin typeface="Pretendard"/>
                <a:ea typeface="Pretendard"/>
                <a:cs typeface="Pretendard"/>
              </a:rPr>
              <a:t>역할:</a:t>
            </a:r>
          </a:p>
        </p:txBody>
      </p:sp>
      <p:sp>
        <p:nvSpPr>
          <p:cNvPr id="23" name="직사각형 22">
            <a:extLst xmlns:a="http://schemas.openxmlformats.org/drawingml/2006/main">
              <a:ext uri="{FF2B5EF4-FFF2-40B4-BE49-F238E27FC236}">
                <a16:creationId xmlns:a16="http://schemas.microsoft.com/office/drawing/2014/main" id="{1F3F4FC1-170D-45DE-9F15-3BDF4B59D15A}"/>
              </a:ext>
            </a:extLst>
          </p:cNvPr>
          <p:cNvSpPr>
            <a:spLocks xmlns:a="http://schemas.openxmlformats.org/drawingml/2006/main" noGrp="1"/>
          </p:cNvSpPr>
          <p:nvPr/>
        </p:nvSpPr>
        <p:spPr>
          <a:xfrm xmlns:a="http://schemas.openxmlformats.org/drawingml/2006/main">
            <a:off x="5962650" y="415290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950" b="1">
                <a:solidFill>
                  <a:srgbClr val="F5F7F5"/>
                </a:solidFill>
                <a:latin typeface="Pretendard"/>
                <a:ea typeface="Pretendard"/>
                <a:cs typeface="Pretendard"/>
              </a:defRPr>
            </a:pPr>
            <a:r>
              <a:rPr sz="2588" b="1">
                <a:solidFill>
                  <a:srgbClr val="F5F7F5"/>
                </a:solidFill>
                <a:latin typeface="Pretendard"/>
                <a:ea typeface="Pretendard"/>
                <a:cs typeface="Pretendard"/>
              </a:rPr>
              <a:t>유한나</a:t>
            </a:r>
          </a:p>
        </p:txBody>
      </p:sp>
      <p:sp>
        <p:nvSpPr>
          <p:cNvPr id="24" name="직선 연결선[R] 23">
            <a:extLst xmlns:a="http://schemas.openxmlformats.org/drawingml/2006/main">
              <a:ext uri="{FF2B5EF4-FFF2-40B4-BE49-F238E27FC236}">
                <a16:creationId xmlns:a16="http://schemas.microsoft.com/office/drawing/2014/main" id="{8149846F-88EF-4BB5-85B1-A93C45A18856}"/>
              </a:ext>
            </a:extLst>
          </p:cNvPr>
          <p:cNvSpPr>
            <a:spLocks xmlns:a="http://schemas.openxmlformats.org/drawingml/2006/main" noGrp="1"/>
          </p:cNvSpPr>
          <p:nvPr/>
        </p:nvSpPr>
        <p:spPr>
          <a:xfrm xmlns:a="http://schemas.openxmlformats.org/drawingml/2006/main">
            <a:off x="5962650" y="4762500"/>
            <a:ext cx="2857500" cy="0"/>
          </a:xfrm>
          <a:prstGeom xmlns:a="http://schemas.openxmlformats.org/drawingml/2006/main" prst="line">
            <a:avLst/>
          </a:prstGeom>
          <a:noFill xmlns:a="http://schemas.openxmlformats.org/drawingml/2006/main"/>
          <a:ln xmlns:a="http://schemas.openxmlformats.org/drawingml/2006/main" w="19050">
            <a:solidFill>
              <a:srgbClr val="B9FF2C"/>
            </a:solidFill>
            <a:prstDash val="solid"/>
          </a:ln>
        </p:spPr>
      </p:sp>
      <p:sp>
        <p:nvSpPr>
          <p:cNvPr id="25" name="직사각형 24">
            <a:extLst xmlns:a="http://schemas.openxmlformats.org/drawingml/2006/main">
              <a:ext uri="{FF2B5EF4-FFF2-40B4-BE49-F238E27FC236}">
                <a16:creationId xmlns:a16="http://schemas.microsoft.com/office/drawing/2014/main" id="{8A3ED4D5-2E4F-45A4-9F8B-7DE61D8A05C5}"/>
              </a:ext>
            </a:extLst>
          </p:cNvPr>
          <p:cNvSpPr>
            <a:spLocks xmlns:a="http://schemas.openxmlformats.org/drawingml/2006/main" noGrp="1"/>
          </p:cNvSpPr>
          <p:nvPr/>
        </p:nvSpPr>
        <p:spPr>
          <a:xfrm xmlns:a="http://schemas.openxmlformats.org/drawingml/2006/main">
            <a:off x="5962649" y="4933950"/>
            <a:ext cx="3486149" cy="3237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00" b="0">
                <a:solidFill>
                  <a:srgbClr val="98A099"/>
                </a:solidFill>
                <a:latin typeface="Pretendard"/>
                <a:ea typeface="Pretendard"/>
                <a:cs typeface="Pretendard"/>
              </a:defRPr>
            </a:pPr>
            <a:r>
              <a:rPr sz="1725" b="1">
                <a:solidFill>
                  <a:schemeClr val="bg1">
                    <a:lumMod val="95000"/>
                  </a:schemeClr>
                </a:solidFill>
                <a:latin typeface="Pretendard"/>
                <a:ea typeface="Pretendard"/>
                <a:cs typeface="Pretendard"/>
              </a:rPr>
              <a:t>역할: 피처 설계 및 추출 로직구현</a:t>
            </a:r>
          </a:p>
        </p:txBody>
      </p:sp>
      <p:sp>
        <p:nvSpPr>
          <p:cNvPr id="5" name="TextBox 4">
            <a:extLst xmlns:a="http://schemas.openxmlformats.org/drawingml/2006/main">
              <a:ext uri="{FF2B5EF4-FFF2-40B4-BE49-F238E27FC236}">
                <a16:creationId xmlns:a16="http://schemas.microsoft.com/office/drawing/2014/main" id="{892A80EB-3844-E7C6-9D5D-9F2C56958FF5}"/>
              </a:ext>
            </a:extLst>
          </p:cNvPr>
          <p:cNvSpPr>
            <a:spLocks xmlns:a="http://schemas.openxmlformats.org/drawingml/2006/main" noGrp="1"/>
          </p:cNvSpPr>
          <p:nvPr/>
        </p:nvSpPr>
        <p:spPr>
          <a:xfrm xmlns:a="http://schemas.openxmlformats.org/drawingml/2006/main">
            <a:off x="2882967" y="4888391"/>
            <a:ext cx="2749430" cy="6463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b="1">
                <a:solidFill>
                  <a:schemeClr val="bg1">
                    <a:lumMod val="95000"/>
                  </a:schemeClr>
                </a:solidFill>
                <a:latin typeface="Pretendard"/>
                <a:ea typeface="Pretendard"/>
                <a:cs typeface="Pretendard"/>
              </a:rPr>
              <a:t>영상 분석 파이프라인의 처리 속도 개선</a:t>
            </a:r>
            <a:endParaRPr/>
          </a:p>
        </p:txBody>
      </p:sp>
    </p:spTree>
    <p:extLst>
      <p:ext uri="{BB962C8B-B14F-4D97-AF65-F5344CB8AC3E}">
        <p14:creationId xmlns:p14="http://schemas.microsoft.com/office/powerpoint/2010/main" val="95016716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3" name="직사각형 32">
            <a:extLst xmlns:a="http://schemas.openxmlformats.org/drawingml/2006/main">
              <a:ext uri="{FF2B5EF4-FFF2-40B4-BE49-F238E27FC236}">
                <a16:creationId xmlns:a16="http://schemas.microsoft.com/office/drawing/2014/main" id="{6222F679-4D90-42FD-8203-41A8F5ACF0A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0A08"/>
          </a:solidFill>
          <a:ln xmlns:a="http://schemas.openxmlformats.org/drawingml/2006/main" w="0">
            <a:solidFill>
              <a:srgbClr val="070A08"/>
            </a:solidFill>
          </a:ln>
        </p:spPr>
      </p:sp>
      <p:sp>
        <p:nvSpPr>
          <p:cNvPr id="2" name="직사각형 1">
            <a:extLst xmlns:a="http://schemas.openxmlformats.org/drawingml/2006/main">
              <a:ext uri="{FF2B5EF4-FFF2-40B4-BE49-F238E27FC236}">
                <a16:creationId xmlns:a16="http://schemas.microsoft.com/office/drawing/2014/main" id="{464BE0C3-6C06-4D81-B989-C26086607AF3}"/>
              </a:ext>
            </a:extLst>
          </p:cNvPr>
          <p:cNvSpPr>
            <a:spLocks xmlns:a="http://schemas.openxmlformats.org/drawingml/2006/main" noGrp="1"/>
          </p:cNvSpPr>
          <p:nvPr/>
        </p:nvSpPr>
        <p:spPr>
          <a:xfrm xmlns:a="http://schemas.openxmlformats.org/drawingml/2006/main">
            <a:off x="312966" y="221343"/>
            <a:ext cx="457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1613" b="1">
                <a:solidFill>
                  <a:srgbClr val="B9FF2C"/>
                </a:solidFill>
                <a:latin typeface="Pretendard"/>
                <a:ea typeface="Pretendard"/>
                <a:cs typeface="Pretendard"/>
              </a:defRPr>
            </a:pPr>
            <a:r>
              <a:rPr sz="1613" b="1">
                <a:solidFill>
                  <a:srgbClr val="B9FF2C"/>
                </a:solidFill>
                <a:latin typeface="Pretendard"/>
                <a:ea typeface="Pretendard"/>
                <a:cs typeface="Pretendard"/>
              </a:rPr>
              <a:t>02 · </a:t>
            </a:r>
            <a:r>
              <a:rPr sz="1613" b="1">
                <a:solidFill>
                  <a:srgbClr val="B9FF2C"/>
                </a:solidFill>
                <a:latin typeface="Pretendard"/>
                <a:ea typeface="Pretendard"/>
                <a:cs typeface="Pretendard"/>
              </a:rPr>
              <a:t>서비스</a:t>
            </a:r>
            <a:r>
              <a:rPr sz="1613" b="1">
                <a:solidFill>
                  <a:srgbClr val="B9FF2C"/>
                </a:solidFill>
                <a:latin typeface="Pretendard"/>
                <a:ea typeface="Pretendard"/>
                <a:cs typeface="Pretendard"/>
              </a:rPr>
              <a:t> </a:t>
            </a:r>
            <a:r>
              <a:rPr sz="1613" b="1">
                <a:solidFill>
                  <a:srgbClr val="B9FF2C"/>
                </a:solidFill>
                <a:latin typeface="Pretendard"/>
                <a:ea typeface="Pretendard"/>
                <a:cs typeface="Pretendard"/>
              </a:rPr>
              <a:t>소개</a:t>
            </a:r>
            <a:endParaRPr sz="1613" b="1">
              <a:solidFill>
                <a:srgbClr val="B9FF2C"/>
              </a:solidFill>
              <a:latin typeface="Pretendard"/>
              <a:ea typeface="Pretendard"/>
              <a:cs typeface="Pretendard"/>
            </a:endParaRPr>
          </a:p>
        </p:txBody>
      </p:sp>
      <p:sp>
        <p:nvSpPr>
          <p:cNvPr id="3" name="직사각형 2">
            <a:extLst xmlns:a="http://schemas.openxmlformats.org/drawingml/2006/main">
              <a:ext uri="{FF2B5EF4-FFF2-40B4-BE49-F238E27FC236}">
                <a16:creationId xmlns:a16="http://schemas.microsoft.com/office/drawing/2014/main" id="{3CEB4916-A011-4A91-A4FC-BB8BA5D51E00}"/>
              </a:ext>
            </a:extLst>
          </p:cNvPr>
          <p:cNvSpPr>
            <a:spLocks xmlns:a="http://schemas.openxmlformats.org/drawingml/2006/main" noGrp="1"/>
          </p:cNvSpPr>
          <p:nvPr/>
        </p:nvSpPr>
        <p:spPr>
          <a:xfrm xmlns:a="http://schemas.openxmlformats.org/drawingml/2006/main">
            <a:off x="11372850" y="2286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buNone/>
              <a:defRPr sz="1050" b="0">
                <a:solidFill>
                  <a:srgbClr val="909A93"/>
                </a:solidFill>
                <a:latin typeface="Pretendard"/>
                <a:ea typeface="Pretendard"/>
                <a:cs typeface="Pretendard"/>
              </a:defRPr>
            </a:pPr>
            <a:r>
              <a:rPr sz="1050" b="0">
                <a:solidFill>
                  <a:srgbClr val="909A93"/>
                </a:solidFill>
                <a:latin typeface="Pretendard"/>
                <a:ea typeface="Pretendard"/>
                <a:cs typeface="Pretendard"/>
              </a:rPr>
              <a:t>03</a:t>
            </a:r>
          </a:p>
        </p:txBody>
      </p:sp>
      <p:sp>
        <p:nvSpPr>
          <p:cNvPr id="4" name="직사각형 3">
            <a:extLst xmlns:a="http://schemas.openxmlformats.org/drawingml/2006/main">
              <a:ext uri="{FF2B5EF4-FFF2-40B4-BE49-F238E27FC236}">
                <a16:creationId xmlns:a16="http://schemas.microsoft.com/office/drawing/2014/main" id="{68CBD03B-7404-4A26-8451-EAD7E10A310E}"/>
              </a:ext>
            </a:extLst>
          </p:cNvPr>
          <p:cNvSpPr>
            <a:spLocks xmlns:a="http://schemas.openxmlformats.org/drawingml/2006/main" noGrp="1"/>
          </p:cNvSpPr>
          <p:nvPr/>
        </p:nvSpPr>
        <p:spPr>
          <a:xfrm xmlns:a="http://schemas.openxmlformats.org/drawingml/2006/main">
            <a:off x="400050" y="787398"/>
            <a:ext cx="10839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850" b="1">
                <a:solidFill>
                  <a:srgbClr val="F3F5F4"/>
                </a:solidFill>
                <a:latin typeface="Pretendard"/>
                <a:ea typeface="Pretendard"/>
                <a:cs typeface="Pretendard"/>
              </a:defRPr>
            </a:pPr>
            <a:r>
              <a:rPr sz="2850" b="1">
                <a:solidFill>
                  <a:srgbClr val="F3F5F4"/>
                </a:solidFill>
                <a:latin typeface="Pretendard"/>
                <a:ea typeface="Pretendard"/>
                <a:cs typeface="Pretendard"/>
              </a:rPr>
              <a:t>러너는</a:t>
            </a:r>
            <a:r>
              <a:rPr sz="2850" b="1">
                <a:solidFill>
                  <a:srgbClr val="F3F5F4"/>
                </a:solidFill>
                <a:latin typeface="Pretendard"/>
                <a:ea typeface="Pretendard"/>
                <a:cs typeface="Pretendard"/>
              </a:rPr>
              <a:t> </a:t>
            </a:r>
            <a:r>
              <a:rPr sz="2850" b="1">
                <a:solidFill>
                  <a:srgbClr val="F3F5F4"/>
                </a:solidFill>
                <a:latin typeface="Pretendard"/>
                <a:ea typeface="Pretendard"/>
                <a:cs typeface="Pretendard"/>
              </a:rPr>
              <a:t>영상을</a:t>
            </a:r>
            <a:r>
              <a:rPr sz="2850" b="1">
                <a:solidFill>
                  <a:srgbClr val="F3F5F4"/>
                </a:solidFill>
                <a:latin typeface="Pretendard"/>
                <a:ea typeface="Pretendard"/>
                <a:cs typeface="Pretendard"/>
              </a:rPr>
              <a:t> </a:t>
            </a:r>
            <a:r>
              <a:rPr sz="2850" b="1">
                <a:solidFill>
                  <a:srgbClr val="F3F5F4"/>
                </a:solidFill>
                <a:latin typeface="Pretendard"/>
                <a:ea typeface="Pretendard"/>
                <a:cs typeface="Pretendard"/>
              </a:rPr>
              <a:t>봐도</a:t>
            </a:r>
            <a:r>
              <a:rPr sz="2850" b="1">
                <a:solidFill>
                  <a:srgbClr val="F3F5F4"/>
                </a:solidFill>
                <a:latin typeface="Pretendard"/>
                <a:ea typeface="Pretendard"/>
                <a:cs typeface="Pretendard"/>
              </a:rPr>
              <a:t> </a:t>
            </a:r>
            <a:r>
              <a:rPr sz="2850" b="1">
                <a:solidFill>
                  <a:srgbClr val="F3F5F4"/>
                </a:solidFill>
                <a:latin typeface="Pretendard"/>
                <a:ea typeface="Pretendard"/>
                <a:cs typeface="Pretendard"/>
              </a:rPr>
              <a:t>무엇을</a:t>
            </a:r>
            <a:r>
              <a:rPr sz="2850" b="1">
                <a:solidFill>
                  <a:srgbClr val="F3F5F4"/>
                </a:solidFill>
                <a:latin typeface="Pretendard"/>
                <a:ea typeface="Pretendard"/>
                <a:cs typeface="Pretendard"/>
              </a:rPr>
              <a:t> </a:t>
            </a:r>
            <a:r>
              <a:rPr sz="2850" b="1">
                <a:solidFill>
                  <a:srgbClr val="F3F5F4"/>
                </a:solidFill>
                <a:latin typeface="Pretendard"/>
                <a:ea typeface="Pretendard"/>
                <a:cs typeface="Pretendard"/>
              </a:rPr>
              <a:t>고쳐야</a:t>
            </a:r>
            <a:r>
              <a:rPr sz="2850" b="1">
                <a:solidFill>
                  <a:srgbClr val="F3F5F4"/>
                </a:solidFill>
                <a:latin typeface="Pretendard"/>
                <a:ea typeface="Pretendard"/>
                <a:cs typeface="Pretendard"/>
              </a:rPr>
              <a:t> </a:t>
            </a:r>
            <a:r>
              <a:rPr sz="2850" b="1">
                <a:solidFill>
                  <a:srgbClr val="F3F5F4"/>
                </a:solidFill>
                <a:latin typeface="Pretendard"/>
                <a:ea typeface="Pretendard"/>
                <a:cs typeface="Pretendard"/>
              </a:rPr>
              <a:t>할지</a:t>
            </a:r>
            <a:r>
              <a:rPr sz="2850" b="1">
                <a:solidFill>
                  <a:srgbClr val="F3F5F4"/>
                </a:solidFill>
                <a:latin typeface="Pretendard"/>
                <a:ea typeface="Pretendard"/>
                <a:cs typeface="Pretendard"/>
              </a:rPr>
              <a:t> </a:t>
            </a:r>
            <a:r>
              <a:rPr sz="2850" b="1">
                <a:solidFill>
                  <a:srgbClr val="F3F5F4"/>
                </a:solidFill>
                <a:latin typeface="Pretendard"/>
                <a:ea typeface="Pretendard"/>
                <a:cs typeface="Pretendard"/>
              </a:rPr>
              <a:t>알기</a:t>
            </a:r>
            <a:r>
              <a:rPr sz="2850" b="1">
                <a:solidFill>
                  <a:srgbClr val="F3F5F4"/>
                </a:solidFill>
                <a:latin typeface="Pretendard"/>
                <a:ea typeface="Pretendard"/>
                <a:cs typeface="Pretendard"/>
              </a:rPr>
              <a:t> </a:t>
            </a:r>
            <a:r>
              <a:rPr sz="2850" b="1">
                <a:solidFill>
                  <a:srgbClr val="F3F5F4"/>
                </a:solidFill>
                <a:latin typeface="Pretendard"/>
                <a:ea typeface="Pretendard"/>
                <a:cs typeface="Pretendard"/>
              </a:rPr>
              <a:t>어렵습니다</a:t>
            </a:r>
            <a:endParaRPr sz="2850" b="1">
              <a:solidFill>
                <a:srgbClr val="F3F5F4"/>
              </a:solidFill>
              <a:latin typeface="Pretendard"/>
              <a:ea typeface="Pretendard"/>
              <a:cs typeface="Pretendard"/>
            </a:endParaRPr>
          </a:p>
        </p:txBody>
      </p:sp>
      <p:sp>
        <p:nvSpPr>
          <p:cNvPr id="5" name="직선 연결선[R] 4">
            <a:extLst xmlns:a="http://schemas.openxmlformats.org/drawingml/2006/main">
              <a:ext uri="{FF2B5EF4-FFF2-40B4-BE49-F238E27FC236}">
                <a16:creationId xmlns:a16="http://schemas.microsoft.com/office/drawing/2014/main" id="{2547C815-42F4-4187-B17A-B3DD70C16D05}"/>
              </a:ext>
            </a:extLst>
          </p:cNvPr>
          <p:cNvSpPr>
            <a:spLocks xmlns:a="http://schemas.openxmlformats.org/drawingml/2006/main" noGrp="1"/>
          </p:cNvSpPr>
          <p:nvPr/>
        </p:nvSpPr>
        <p:spPr>
          <a:xfrm xmlns:a="http://schemas.openxmlformats.org/drawingml/2006/main">
            <a:off x="400050" y="1247775"/>
            <a:ext cx="11372850" cy="0"/>
          </a:xfrm>
          <a:prstGeom xmlns:a="http://schemas.openxmlformats.org/drawingml/2006/main" prst="line">
            <a:avLst/>
          </a:prstGeom>
          <a:noFill xmlns:a="http://schemas.openxmlformats.org/drawingml/2006/main"/>
          <a:ln xmlns:a="http://schemas.openxmlformats.org/drawingml/2006/main" w="9525">
            <a:solidFill>
              <a:srgbClr val="26332B"/>
            </a:solidFill>
            <a:prstDash val="solid"/>
          </a:ln>
        </p:spPr>
      </p:sp>
      <p:pic>
        <p:nvPicPr>
          <p:cNvPr id="40" name="그림 37"/>
          <p:cNvPicPr>
            <a:picLocks xmlns:a="http://schemas.openxmlformats.org/drawingml/2006/main" noChangeAspect="1"/>
          </p:cNvPicPr>
          <p:nvPr/>
        </p:nvPicPr>
        <p:blipFill>
          <a:blip xmlns:r="http://schemas.openxmlformats.org/officeDocument/2006/relationships" xmlns:a="http://schemas.openxmlformats.org/drawingml/2006/main" r:embed="R1a97b9a1e1d141c0"/>
          <a:stretch xmlns:a="http://schemas.openxmlformats.org/drawingml/2006/main"/>
        </p:blipFill>
        <p:spPr>
          <a:xfrm xmlns:a="http://schemas.openxmlformats.org/drawingml/2006/main">
            <a:off x="1016600" y="1514475"/>
            <a:ext cx="3758000" cy="4695825"/>
          </a:xfrm>
          <a:prstGeom xmlns:a="http://schemas.openxmlformats.org/drawingml/2006/main" prst="rect">
            <a:avLst/>
          </a:prstGeom>
        </p:spPr>
      </p:pic>
      <p:sp>
        <p:nvSpPr>
          <p:cNvPr id="7" name="직사각형 6">
            <a:extLst xmlns:a="http://schemas.openxmlformats.org/drawingml/2006/main">
              <a:ext uri="{FF2B5EF4-FFF2-40B4-BE49-F238E27FC236}">
                <a16:creationId xmlns:a16="http://schemas.microsoft.com/office/drawing/2014/main" id="{A3F8EA8B-C226-4BC0-8874-1F76A498E3E3}"/>
              </a:ext>
            </a:extLst>
          </p:cNvPr>
          <p:cNvSpPr>
            <a:spLocks xmlns:a="http://schemas.openxmlformats.org/drawingml/2006/main" noGrp="1"/>
          </p:cNvSpPr>
          <p:nvPr/>
        </p:nvSpPr>
        <p:spPr>
          <a:xfrm xmlns:a="http://schemas.openxmlformats.org/drawingml/2006/main">
            <a:off x="5905500" y="155257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1050" b="1">
                <a:solidFill>
                  <a:srgbClr val="B9FF2C"/>
                </a:solidFill>
                <a:latin typeface="Pretendard"/>
                <a:ea typeface="Pretendard"/>
                <a:cs typeface="Pretendard"/>
              </a:defRPr>
            </a:pPr>
            <a:r>
              <a:rPr sz="1050" b="1">
                <a:solidFill>
                  <a:srgbClr val="B9FF2C"/>
                </a:solidFill>
                <a:latin typeface="Pretendard"/>
                <a:ea typeface="Pretendard"/>
                <a:cs typeface="Pretendard"/>
              </a:rPr>
              <a:t>현재 대안이 남기는 공백</a:t>
            </a:r>
          </a:p>
        </p:txBody>
      </p:sp>
      <p:sp>
        <p:nvSpPr>
          <p:cNvPr id="8" name="직사각형 7">
            <a:extLst xmlns:a="http://schemas.openxmlformats.org/drawingml/2006/main">
              <a:ext uri="{FF2B5EF4-FFF2-40B4-BE49-F238E27FC236}">
                <a16:creationId xmlns:a16="http://schemas.microsoft.com/office/drawing/2014/main" id="{3F683CE3-5E73-4773-9877-CDFEFD29A743}"/>
              </a:ext>
            </a:extLst>
          </p:cNvPr>
          <p:cNvSpPr>
            <a:spLocks xmlns:a="http://schemas.openxmlformats.org/drawingml/2006/main" noGrp="1"/>
          </p:cNvSpPr>
          <p:nvPr/>
        </p:nvSpPr>
        <p:spPr>
          <a:xfrm xmlns:a="http://schemas.openxmlformats.org/drawingml/2006/main">
            <a:off x="5905500" y="1800225"/>
            <a:ext cx="586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1875" b="1">
                <a:solidFill>
                  <a:srgbClr val="F3F5F4"/>
                </a:solidFill>
                <a:latin typeface="Pretendard"/>
                <a:ea typeface="Pretendard"/>
                <a:cs typeface="Pretendard"/>
              </a:defRPr>
            </a:pPr>
            <a:r>
              <a:rPr sz="1875" b="1">
                <a:solidFill>
                  <a:srgbClr val="F3F5F4"/>
                </a:solidFill>
                <a:latin typeface="Pretendard"/>
                <a:ea typeface="Pretendard"/>
                <a:cs typeface="Pretendard"/>
              </a:rPr>
              <a:t>정보는 많지만 내 자세에 대한 답은 부족합니다</a:t>
            </a:r>
          </a:p>
        </p:txBody>
      </p:sp>
      <p:sp>
        <p:nvSpPr>
          <p:cNvPr id="9" name="직사각형 8">
            <a:extLst xmlns:a="http://schemas.openxmlformats.org/drawingml/2006/main">
              <a:ext uri="{FF2B5EF4-FFF2-40B4-BE49-F238E27FC236}">
                <a16:creationId xmlns:a16="http://schemas.microsoft.com/office/drawing/2014/main" id="{172771D1-1437-438A-94CF-46798FF2DE11}"/>
              </a:ext>
            </a:extLst>
          </p:cNvPr>
          <p:cNvSpPr>
            <a:spLocks xmlns:a="http://schemas.openxmlformats.org/drawingml/2006/main" noGrp="1"/>
          </p:cNvSpPr>
          <p:nvPr/>
        </p:nvSpPr>
        <p:spPr>
          <a:xfrm xmlns:a="http://schemas.openxmlformats.org/drawingml/2006/main">
            <a:off x="5905500" y="2343150"/>
            <a:ext cx="4000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1050" b="1">
                <a:solidFill>
                  <a:srgbClr val="B9FF2C"/>
                </a:solidFill>
                <a:latin typeface="Pretendard"/>
                <a:ea typeface="Pretendard"/>
                <a:cs typeface="Pretendard"/>
              </a:defRPr>
            </a:pPr>
            <a:r>
              <a:rPr sz="1050" b="1">
                <a:solidFill>
                  <a:srgbClr val="B9FF2C"/>
                </a:solidFill>
                <a:latin typeface="Pretendard"/>
                <a:ea typeface="Pretendard"/>
                <a:cs typeface="Pretendard"/>
              </a:rPr>
              <a:t>01</a:t>
            </a:r>
          </a:p>
        </p:txBody>
      </p:sp>
      <p:sp>
        <p:nvSpPr>
          <p:cNvPr id="10" name="직사각형 9">
            <a:extLst xmlns:a="http://schemas.openxmlformats.org/drawingml/2006/main">
              <a:ext uri="{FF2B5EF4-FFF2-40B4-BE49-F238E27FC236}">
                <a16:creationId xmlns:a16="http://schemas.microsoft.com/office/drawing/2014/main" id="{93DD3E25-01C9-44DB-A4ED-D49DBD0D9C6C}"/>
              </a:ext>
            </a:extLst>
          </p:cNvPr>
          <p:cNvSpPr>
            <a:spLocks xmlns:a="http://schemas.openxmlformats.org/drawingml/2006/main" noGrp="1"/>
          </p:cNvSpPr>
          <p:nvPr/>
        </p:nvSpPr>
        <p:spPr>
          <a:xfrm xmlns:a="http://schemas.openxmlformats.org/drawingml/2006/main">
            <a:off x="6419850" y="2324100"/>
            <a:ext cx="2428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1425" b="1">
                <a:solidFill>
                  <a:srgbClr val="F3F5F4"/>
                </a:solidFill>
                <a:latin typeface="Pretendard"/>
                <a:ea typeface="Pretendard"/>
                <a:cs typeface="Pretendard"/>
              </a:defRPr>
            </a:pPr>
            <a:r>
              <a:rPr sz="1425" b="1">
                <a:solidFill>
                  <a:srgbClr val="F3F5F4"/>
                </a:solidFill>
                <a:latin typeface="Pretendard"/>
                <a:ea typeface="Pretendard"/>
                <a:cs typeface="Pretendard"/>
              </a:rPr>
              <a:t>일반적인 정보</a:t>
            </a:r>
          </a:p>
        </p:txBody>
      </p:sp>
      <p:sp>
        <p:nvSpPr>
          <p:cNvPr id="11" name="직사각형 10">
            <a:extLst xmlns:a="http://schemas.openxmlformats.org/drawingml/2006/main">
              <a:ext uri="{FF2B5EF4-FFF2-40B4-BE49-F238E27FC236}">
                <a16:creationId xmlns:a16="http://schemas.microsoft.com/office/drawing/2014/main" id="{311977DF-AD2B-447A-B86F-CC67E96FE038}"/>
              </a:ext>
            </a:extLst>
          </p:cNvPr>
          <p:cNvSpPr>
            <a:spLocks xmlns:a="http://schemas.openxmlformats.org/drawingml/2006/main" noGrp="1"/>
          </p:cNvSpPr>
          <p:nvPr/>
        </p:nvSpPr>
        <p:spPr>
          <a:xfrm xmlns:a="http://schemas.openxmlformats.org/drawingml/2006/main">
            <a:off x="6419850" y="2581275"/>
            <a:ext cx="53530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1200" b="0">
                <a:solidFill>
                  <a:srgbClr val="909A93"/>
                </a:solidFill>
                <a:latin typeface="Pretendard"/>
                <a:ea typeface="Pretendard"/>
                <a:cs typeface="Pretendard"/>
              </a:defRPr>
            </a:pPr>
            <a:r>
              <a:rPr sz="1200" b="0">
                <a:solidFill>
                  <a:srgbClr val="909A93"/>
                </a:solidFill>
                <a:latin typeface="Pretendard"/>
                <a:ea typeface="Pretendard"/>
                <a:cs typeface="Pretendard"/>
              </a:rPr>
              <a:t>유튜브 설명을 내 움직임에 제대로 적용했는지 확인하기 어렵다</a:t>
            </a:r>
          </a:p>
        </p:txBody>
      </p:sp>
      <p:sp>
        <p:nvSpPr>
          <p:cNvPr id="12" name="직선 연결선[R] 11">
            <a:extLst xmlns:a="http://schemas.openxmlformats.org/drawingml/2006/main">
              <a:ext uri="{FF2B5EF4-FFF2-40B4-BE49-F238E27FC236}">
                <a16:creationId xmlns:a16="http://schemas.microsoft.com/office/drawing/2014/main" id="{C1AFEE27-531B-4305-B232-19C714CB3391}"/>
              </a:ext>
            </a:extLst>
          </p:cNvPr>
          <p:cNvSpPr>
            <a:spLocks xmlns:a="http://schemas.openxmlformats.org/drawingml/2006/main" noGrp="1"/>
          </p:cNvSpPr>
          <p:nvPr/>
        </p:nvSpPr>
        <p:spPr>
          <a:xfrm xmlns:a="http://schemas.openxmlformats.org/drawingml/2006/main">
            <a:off x="5905500" y="2971800"/>
            <a:ext cx="5867400" cy="0"/>
          </a:xfrm>
          <a:prstGeom xmlns:a="http://schemas.openxmlformats.org/drawingml/2006/main" prst="line">
            <a:avLst/>
          </a:prstGeom>
          <a:noFill xmlns:a="http://schemas.openxmlformats.org/drawingml/2006/main"/>
          <a:ln xmlns:a="http://schemas.openxmlformats.org/drawingml/2006/main" w="9525">
            <a:solidFill>
              <a:srgbClr val="26332B"/>
            </a:solidFill>
            <a:prstDash val="solid"/>
          </a:ln>
        </p:spPr>
      </p:sp>
      <p:sp>
        <p:nvSpPr>
          <p:cNvPr id="13" name="직사각형 12">
            <a:extLst xmlns:a="http://schemas.openxmlformats.org/drawingml/2006/main">
              <a:ext uri="{FF2B5EF4-FFF2-40B4-BE49-F238E27FC236}">
                <a16:creationId xmlns:a16="http://schemas.microsoft.com/office/drawing/2014/main" id="{DBA6FFE7-1C99-43D5-A352-932EDE5BA48C}"/>
              </a:ext>
            </a:extLst>
          </p:cNvPr>
          <p:cNvSpPr>
            <a:spLocks xmlns:a="http://schemas.openxmlformats.org/drawingml/2006/main" noGrp="1"/>
          </p:cNvSpPr>
          <p:nvPr/>
        </p:nvSpPr>
        <p:spPr>
          <a:xfrm xmlns:a="http://schemas.openxmlformats.org/drawingml/2006/main">
            <a:off x="5905500" y="3105150"/>
            <a:ext cx="4000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1050" b="1">
                <a:solidFill>
                  <a:srgbClr val="19DAD1"/>
                </a:solidFill>
                <a:latin typeface="Pretendard"/>
                <a:ea typeface="Pretendard"/>
                <a:cs typeface="Pretendard"/>
              </a:defRPr>
            </a:pPr>
            <a:r>
              <a:rPr sz="1050" b="1">
                <a:solidFill>
                  <a:srgbClr val="19DAD1"/>
                </a:solidFill>
                <a:latin typeface="Pretendard"/>
                <a:ea typeface="Pretendard"/>
                <a:cs typeface="Pretendard"/>
              </a:rPr>
              <a:t>02</a:t>
            </a:r>
          </a:p>
        </p:txBody>
      </p:sp>
      <p:sp>
        <p:nvSpPr>
          <p:cNvPr id="14" name="직사각형 13">
            <a:extLst xmlns:a="http://schemas.openxmlformats.org/drawingml/2006/main">
              <a:ext uri="{FF2B5EF4-FFF2-40B4-BE49-F238E27FC236}">
                <a16:creationId xmlns:a16="http://schemas.microsoft.com/office/drawing/2014/main" id="{DFB202B7-B498-4F09-AEAC-26906CF2FB52}"/>
              </a:ext>
            </a:extLst>
          </p:cNvPr>
          <p:cNvSpPr>
            <a:spLocks xmlns:a="http://schemas.openxmlformats.org/drawingml/2006/main" noGrp="1"/>
          </p:cNvSpPr>
          <p:nvPr/>
        </p:nvSpPr>
        <p:spPr>
          <a:xfrm xmlns:a="http://schemas.openxmlformats.org/drawingml/2006/main">
            <a:off x="6419850" y="3086100"/>
            <a:ext cx="2428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1425" b="1">
                <a:solidFill>
                  <a:srgbClr val="F3F5F4"/>
                </a:solidFill>
                <a:latin typeface="Pretendard"/>
                <a:ea typeface="Pretendard"/>
                <a:cs typeface="Pretendard"/>
              </a:defRPr>
            </a:pPr>
            <a:r>
              <a:rPr sz="1425" b="1">
                <a:solidFill>
                  <a:srgbClr val="F3F5F4"/>
                </a:solidFill>
                <a:latin typeface="Pretendard"/>
                <a:ea typeface="Pretendard"/>
                <a:cs typeface="Pretendard"/>
              </a:rPr>
              <a:t>영상과 주변 조언</a:t>
            </a:r>
          </a:p>
        </p:txBody>
      </p:sp>
      <p:sp>
        <p:nvSpPr>
          <p:cNvPr id="15" name="직사각형 14">
            <a:extLst xmlns:a="http://schemas.openxmlformats.org/drawingml/2006/main">
              <a:ext uri="{FF2B5EF4-FFF2-40B4-BE49-F238E27FC236}">
                <a16:creationId xmlns:a16="http://schemas.microsoft.com/office/drawing/2014/main" id="{CE89AAB8-639D-4C38-91FD-AA24A3C9241F}"/>
              </a:ext>
            </a:extLst>
          </p:cNvPr>
          <p:cNvSpPr>
            <a:spLocks xmlns:a="http://schemas.openxmlformats.org/drawingml/2006/main" noGrp="1"/>
          </p:cNvSpPr>
          <p:nvPr/>
        </p:nvSpPr>
        <p:spPr>
          <a:xfrm xmlns:a="http://schemas.openxmlformats.org/drawingml/2006/main">
            <a:off x="6419850" y="3343275"/>
            <a:ext cx="53530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1200" b="0">
                <a:solidFill>
                  <a:srgbClr val="909A93"/>
                </a:solidFill>
                <a:latin typeface="Pretendard"/>
                <a:ea typeface="Pretendard"/>
                <a:cs typeface="Pretendard"/>
              </a:defRPr>
            </a:pPr>
            <a:r>
              <a:rPr sz="1200" b="0">
                <a:solidFill>
                  <a:srgbClr val="909A93"/>
                </a:solidFill>
                <a:latin typeface="Pretendard"/>
                <a:ea typeface="Pretendard"/>
                <a:cs typeface="Pretendard"/>
              </a:rPr>
              <a:t>관절 각도와 움직임을 객관적으로 판단하기 어렵고 조언도 일관되지 않다</a:t>
            </a:r>
          </a:p>
        </p:txBody>
      </p:sp>
      <p:sp>
        <p:nvSpPr>
          <p:cNvPr id="16" name="직선 연결선[R] 15">
            <a:extLst xmlns:a="http://schemas.openxmlformats.org/drawingml/2006/main">
              <a:ext uri="{FF2B5EF4-FFF2-40B4-BE49-F238E27FC236}">
                <a16:creationId xmlns:a16="http://schemas.microsoft.com/office/drawing/2014/main" id="{FAB8EFD8-D1A4-42C4-99F5-1C3543179429}"/>
              </a:ext>
            </a:extLst>
          </p:cNvPr>
          <p:cNvSpPr>
            <a:spLocks xmlns:a="http://schemas.openxmlformats.org/drawingml/2006/main" noGrp="1"/>
          </p:cNvSpPr>
          <p:nvPr/>
        </p:nvSpPr>
        <p:spPr>
          <a:xfrm xmlns:a="http://schemas.openxmlformats.org/drawingml/2006/main">
            <a:off x="5905500" y="3733800"/>
            <a:ext cx="5867400" cy="0"/>
          </a:xfrm>
          <a:prstGeom xmlns:a="http://schemas.openxmlformats.org/drawingml/2006/main" prst="line">
            <a:avLst/>
          </a:prstGeom>
          <a:noFill xmlns:a="http://schemas.openxmlformats.org/drawingml/2006/main"/>
          <a:ln xmlns:a="http://schemas.openxmlformats.org/drawingml/2006/main" w="9525">
            <a:solidFill>
              <a:srgbClr val="26332B"/>
            </a:solidFill>
            <a:prstDash val="solid"/>
          </a:ln>
        </p:spPr>
      </p:sp>
      <p:sp>
        <p:nvSpPr>
          <p:cNvPr id="17" name="직사각형 16">
            <a:extLst xmlns:a="http://schemas.openxmlformats.org/drawingml/2006/main">
              <a:ext uri="{FF2B5EF4-FFF2-40B4-BE49-F238E27FC236}">
                <a16:creationId xmlns:a16="http://schemas.microsoft.com/office/drawing/2014/main" id="{EC692F87-5545-487E-BB8F-54F6FD1C52CB}"/>
              </a:ext>
            </a:extLst>
          </p:cNvPr>
          <p:cNvSpPr>
            <a:spLocks xmlns:a="http://schemas.openxmlformats.org/drawingml/2006/main" noGrp="1"/>
          </p:cNvSpPr>
          <p:nvPr/>
        </p:nvSpPr>
        <p:spPr>
          <a:xfrm xmlns:a="http://schemas.openxmlformats.org/drawingml/2006/main">
            <a:off x="5905500" y="3867150"/>
            <a:ext cx="4000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1050" b="1">
                <a:solidFill>
                  <a:srgbClr val="B9FF2C"/>
                </a:solidFill>
                <a:latin typeface="Pretendard"/>
                <a:ea typeface="Pretendard"/>
                <a:cs typeface="Pretendard"/>
              </a:defRPr>
            </a:pPr>
            <a:r>
              <a:rPr sz="1050" b="1">
                <a:solidFill>
                  <a:srgbClr val="B9FF2C"/>
                </a:solidFill>
                <a:latin typeface="Pretendard"/>
                <a:ea typeface="Pretendard"/>
                <a:cs typeface="Pretendard"/>
              </a:rPr>
              <a:t>03</a:t>
            </a:r>
          </a:p>
        </p:txBody>
      </p:sp>
      <p:sp>
        <p:nvSpPr>
          <p:cNvPr id="18" name="직사각형 17">
            <a:extLst xmlns:a="http://schemas.openxmlformats.org/drawingml/2006/main">
              <a:ext uri="{FF2B5EF4-FFF2-40B4-BE49-F238E27FC236}">
                <a16:creationId xmlns:a16="http://schemas.microsoft.com/office/drawing/2014/main" id="{BE5625C6-97BA-47F7-A048-75735E40E692}"/>
              </a:ext>
            </a:extLst>
          </p:cNvPr>
          <p:cNvSpPr>
            <a:spLocks xmlns:a="http://schemas.openxmlformats.org/drawingml/2006/main" noGrp="1"/>
          </p:cNvSpPr>
          <p:nvPr/>
        </p:nvSpPr>
        <p:spPr>
          <a:xfrm xmlns:a="http://schemas.openxmlformats.org/drawingml/2006/main">
            <a:off x="6419850" y="3848100"/>
            <a:ext cx="2428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1425" b="1">
                <a:solidFill>
                  <a:srgbClr val="F3F5F4"/>
                </a:solidFill>
                <a:latin typeface="Pretendard"/>
                <a:ea typeface="Pretendard"/>
                <a:cs typeface="Pretendard"/>
              </a:defRPr>
            </a:pPr>
            <a:r>
              <a:rPr sz="1425" b="1">
                <a:solidFill>
                  <a:srgbClr val="F3F5F4"/>
                </a:solidFill>
                <a:latin typeface="Pretendard"/>
                <a:ea typeface="Pretendard"/>
                <a:cs typeface="Pretendard"/>
              </a:rPr>
              <a:t>오프라인 코칭</a:t>
            </a:r>
          </a:p>
        </p:txBody>
      </p:sp>
      <p:sp>
        <p:nvSpPr>
          <p:cNvPr id="19" name="직사각형 18">
            <a:extLst xmlns:a="http://schemas.openxmlformats.org/drawingml/2006/main">
              <a:ext uri="{FF2B5EF4-FFF2-40B4-BE49-F238E27FC236}">
                <a16:creationId xmlns:a16="http://schemas.microsoft.com/office/drawing/2014/main" id="{D3E0DC2B-4159-4BC7-8F9E-9B861C6F505E}"/>
              </a:ext>
            </a:extLst>
          </p:cNvPr>
          <p:cNvSpPr>
            <a:spLocks xmlns:a="http://schemas.openxmlformats.org/drawingml/2006/main" noGrp="1"/>
          </p:cNvSpPr>
          <p:nvPr/>
        </p:nvSpPr>
        <p:spPr>
          <a:xfrm xmlns:a="http://schemas.openxmlformats.org/drawingml/2006/main">
            <a:off x="6419850" y="4105275"/>
            <a:ext cx="53530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1200" b="0">
                <a:solidFill>
                  <a:srgbClr val="909A93"/>
                </a:solidFill>
                <a:latin typeface="Pretendard"/>
                <a:ea typeface="Pretendard"/>
                <a:cs typeface="Pretendard"/>
              </a:defRPr>
            </a:pPr>
            <a:r>
              <a:rPr sz="1200" b="0">
                <a:solidFill>
                  <a:srgbClr val="909A93"/>
                </a:solidFill>
                <a:latin typeface="Pretendard"/>
                <a:ea typeface="Pretendard"/>
                <a:cs typeface="Pretendard"/>
              </a:rPr>
              <a:t>비용, 이동 시간, 대면 관계가 지속적인 피드백의 장벽이 된다</a:t>
            </a:r>
          </a:p>
        </p:txBody>
      </p:sp>
      <p:sp>
        <p:nvSpPr>
          <p:cNvPr id="20" name="직선 연결선[R] 19">
            <a:extLst xmlns:a="http://schemas.openxmlformats.org/drawingml/2006/main">
              <a:ext uri="{FF2B5EF4-FFF2-40B4-BE49-F238E27FC236}">
                <a16:creationId xmlns:a16="http://schemas.microsoft.com/office/drawing/2014/main" id="{DAB9F56B-238A-4A42-85E6-3FBBFA998E8A}"/>
              </a:ext>
            </a:extLst>
          </p:cNvPr>
          <p:cNvSpPr>
            <a:spLocks xmlns:a="http://schemas.openxmlformats.org/drawingml/2006/main" noGrp="1"/>
          </p:cNvSpPr>
          <p:nvPr/>
        </p:nvSpPr>
        <p:spPr>
          <a:xfrm xmlns:a="http://schemas.openxmlformats.org/drawingml/2006/main">
            <a:off x="5905500" y="4495800"/>
            <a:ext cx="5867400" cy="0"/>
          </a:xfrm>
          <a:prstGeom xmlns:a="http://schemas.openxmlformats.org/drawingml/2006/main" prst="line">
            <a:avLst/>
          </a:prstGeom>
          <a:noFill xmlns:a="http://schemas.openxmlformats.org/drawingml/2006/main"/>
          <a:ln xmlns:a="http://schemas.openxmlformats.org/drawingml/2006/main" w="9525">
            <a:solidFill>
              <a:srgbClr val="26332B"/>
            </a:solidFill>
            <a:prstDash val="solid"/>
          </a:ln>
        </p:spPr>
      </p:sp>
      <p:sp>
        <p:nvSpPr>
          <p:cNvPr id="21" name="모서리가 둥근 직사각형 20">
            <a:extLst xmlns:a="http://schemas.openxmlformats.org/drawingml/2006/main">
              <a:ext uri="{FF2B5EF4-FFF2-40B4-BE49-F238E27FC236}">
                <a16:creationId xmlns:a16="http://schemas.microsoft.com/office/drawing/2014/main" id="{3408AEDF-C2CC-4A31-A1EC-B490E5BA9B07}"/>
              </a:ext>
            </a:extLst>
          </p:cNvPr>
          <p:cNvSpPr>
            <a:spLocks xmlns:a="http://schemas.openxmlformats.org/drawingml/2006/main" noGrp="1"/>
          </p:cNvSpPr>
          <p:nvPr/>
        </p:nvSpPr>
        <p:spPr>
          <a:xfrm xmlns:a="http://schemas.openxmlformats.org/drawingml/2006/main">
            <a:off x="5715000" y="4695825"/>
            <a:ext cx="6057900" cy="1571625"/>
          </a:xfrm>
          <a:prstGeom xmlns:a="http://schemas.openxmlformats.org/drawingml/2006/main" prst="roundRect">
            <a:avLst>
              <a:gd name="adj" fmla="val 4848"/>
            </a:avLst>
          </a:prstGeom>
          <a:solidFill xmlns:a="http://schemas.openxmlformats.org/drawingml/2006/main">
            <a:srgbClr val="101612"/>
          </a:solidFill>
          <a:ln xmlns:a="http://schemas.openxmlformats.org/drawingml/2006/main" w="9525">
            <a:solidFill>
              <a:srgbClr val="B9FF2C"/>
            </a:solidFill>
            <a:prstDash val="solid"/>
          </a:ln>
        </p:spPr>
      </p:sp>
      <p:sp>
        <p:nvSpPr>
          <p:cNvPr id="22" name="직사각형 21">
            <a:extLst xmlns:a="http://schemas.openxmlformats.org/drawingml/2006/main">
              <a:ext uri="{FF2B5EF4-FFF2-40B4-BE49-F238E27FC236}">
                <a16:creationId xmlns:a16="http://schemas.microsoft.com/office/drawing/2014/main" id="{9CB62378-0FAC-4592-86E1-BF6FF1742371}"/>
              </a:ext>
            </a:extLst>
          </p:cNvPr>
          <p:cNvSpPr>
            <a:spLocks xmlns:a="http://schemas.openxmlformats.org/drawingml/2006/main" noGrp="1"/>
          </p:cNvSpPr>
          <p:nvPr/>
        </p:nvSpPr>
        <p:spPr>
          <a:xfrm xmlns:a="http://schemas.openxmlformats.org/drawingml/2006/main">
            <a:off x="5943600" y="4829175"/>
            <a:ext cx="2143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1050" b="1">
                <a:solidFill>
                  <a:srgbClr val="B9FF2C"/>
                </a:solidFill>
                <a:latin typeface="Pretendard"/>
                <a:ea typeface="Pretendard"/>
                <a:cs typeface="Pretendard"/>
              </a:defRPr>
            </a:pPr>
            <a:r>
              <a:rPr sz="1050" b="1">
                <a:solidFill>
                  <a:srgbClr val="B9FF2C"/>
                </a:solidFill>
                <a:latin typeface="Pretendard"/>
                <a:ea typeface="Pretendard"/>
                <a:cs typeface="Pretendard"/>
              </a:rPr>
              <a:t>그래서 필요한 서비스</a:t>
            </a:r>
          </a:p>
        </p:txBody>
      </p:sp>
      <p:sp>
        <p:nvSpPr>
          <p:cNvPr id="23" name="직사각형 22">
            <a:extLst xmlns:a="http://schemas.openxmlformats.org/drawingml/2006/main">
              <a:ext uri="{FF2B5EF4-FFF2-40B4-BE49-F238E27FC236}">
                <a16:creationId xmlns:a16="http://schemas.microsoft.com/office/drawing/2014/main" id="{081C46A3-A6E0-423A-B91E-4D8919A7416B}"/>
              </a:ext>
            </a:extLst>
          </p:cNvPr>
          <p:cNvSpPr>
            <a:spLocks xmlns:a="http://schemas.openxmlformats.org/drawingml/2006/main" noGrp="1"/>
          </p:cNvSpPr>
          <p:nvPr/>
        </p:nvSpPr>
        <p:spPr>
          <a:xfrm xmlns:a="http://schemas.openxmlformats.org/drawingml/2006/main">
            <a:off x="5943600" y="5095875"/>
            <a:ext cx="5572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1575" b="1">
                <a:solidFill>
                  <a:srgbClr val="F3F5F4"/>
                </a:solidFill>
                <a:latin typeface="Pretendard"/>
                <a:ea typeface="Pretendard"/>
                <a:cs typeface="Pretendard"/>
              </a:defRPr>
            </a:pPr>
            <a:r>
              <a:rPr sz="1575" b="1">
                <a:solidFill>
                  <a:srgbClr val="F3F5F4"/>
                </a:solidFill>
                <a:latin typeface="Pretendard"/>
                <a:ea typeface="Pretendard"/>
                <a:cs typeface="Pretendard"/>
              </a:rPr>
              <a:t>휴대폰 영상만으로 자세를 수치화하고,</a:t>
            </a:r>
          </a:p>
          <a:p xmlns:a="http://schemas.openxmlformats.org/drawingml/2006/main">
            <a:pPr algn="l">
              <a:buNone/>
              <a:defRPr sz="1575" b="1">
                <a:solidFill>
                  <a:srgbClr val="F3F5F4"/>
                </a:solidFill>
                <a:latin typeface="Pretendard"/>
                <a:ea typeface="Pretendard"/>
                <a:cs typeface="Pretendard"/>
              </a:defRPr>
            </a:pPr>
            <a:r>
              <a:rPr sz="1575" b="1">
                <a:solidFill>
                  <a:srgbClr val="F3F5F4"/>
                </a:solidFill>
                <a:latin typeface="Pretendard"/>
                <a:ea typeface="Pretendard"/>
                <a:cs typeface="Pretendard"/>
              </a:rPr>
              <a:t>무엇을 바꿀지 설명하며 개선 여부까지 확인한다</a:t>
            </a:r>
          </a:p>
        </p:txBody>
      </p:sp>
      <p:sp>
        <p:nvSpPr>
          <p:cNvPr id="24" name="직선 연결선[R] 23">
            <a:extLst xmlns:a="http://schemas.openxmlformats.org/drawingml/2006/main">
              <a:ext uri="{FF2B5EF4-FFF2-40B4-BE49-F238E27FC236}">
                <a16:creationId xmlns:a16="http://schemas.microsoft.com/office/drawing/2014/main" id="{F9EBA61D-C3DA-4DCA-B83A-C13A0C50D344}"/>
              </a:ext>
            </a:extLst>
          </p:cNvPr>
          <p:cNvSpPr>
            <a:spLocks xmlns:a="http://schemas.openxmlformats.org/drawingml/2006/main" noGrp="1"/>
          </p:cNvSpPr>
          <p:nvPr/>
        </p:nvSpPr>
        <p:spPr>
          <a:xfrm xmlns:a="http://schemas.openxmlformats.org/drawingml/2006/main">
            <a:off x="6267450" y="5915025"/>
            <a:ext cx="4495800" cy="0"/>
          </a:xfrm>
          <a:prstGeom xmlns:a="http://schemas.openxmlformats.org/drawingml/2006/main" prst="line">
            <a:avLst/>
          </a:prstGeom>
          <a:noFill xmlns:a="http://schemas.openxmlformats.org/drawingml/2006/main"/>
          <a:ln xmlns:a="http://schemas.openxmlformats.org/drawingml/2006/main" w="19050">
            <a:solidFill>
              <a:srgbClr val="26332B"/>
            </a:solidFill>
            <a:prstDash val="solid"/>
          </a:ln>
        </p:spPr>
      </p:sp>
      <p:sp>
        <p:nvSpPr>
          <p:cNvPr id="25" name="타원 24">
            <a:extLst xmlns:a="http://schemas.openxmlformats.org/drawingml/2006/main">
              <a:ext uri="{FF2B5EF4-FFF2-40B4-BE49-F238E27FC236}">
                <a16:creationId xmlns:a16="http://schemas.microsoft.com/office/drawing/2014/main" id="{3FDC426A-2662-4392-84C4-76125F16A172}"/>
              </a:ext>
            </a:extLst>
          </p:cNvPr>
          <p:cNvSpPr>
            <a:spLocks xmlns:a="http://schemas.openxmlformats.org/drawingml/2006/main" noGrp="1"/>
          </p:cNvSpPr>
          <p:nvPr/>
        </p:nvSpPr>
        <p:spPr>
          <a:xfrm xmlns:a="http://schemas.openxmlformats.org/drawingml/2006/main">
            <a:off x="6096000" y="5857875"/>
            <a:ext cx="114300" cy="114300"/>
          </a:xfrm>
          <a:prstGeom xmlns:a="http://schemas.openxmlformats.org/drawingml/2006/main" prst="ellipse">
            <a:avLst/>
          </a:prstGeom>
          <a:solidFill xmlns:a="http://schemas.openxmlformats.org/drawingml/2006/main">
            <a:srgbClr val="19DAD1"/>
          </a:solidFill>
          <a:ln xmlns:a="http://schemas.openxmlformats.org/drawingml/2006/main" w="0">
            <a:solidFill>
              <a:srgbClr val="19DAD1"/>
            </a:solidFill>
          </a:ln>
        </p:spPr>
      </p:sp>
      <p:sp>
        <p:nvSpPr>
          <p:cNvPr id="26" name="직사각형 25">
            <a:extLst xmlns:a="http://schemas.openxmlformats.org/drawingml/2006/main">
              <a:ext uri="{FF2B5EF4-FFF2-40B4-BE49-F238E27FC236}">
                <a16:creationId xmlns:a16="http://schemas.microsoft.com/office/drawing/2014/main" id="{3A989AA1-C836-44D7-A2D0-1E7E8448F8A3}"/>
              </a:ext>
            </a:extLst>
          </p:cNvPr>
          <p:cNvSpPr>
            <a:spLocks xmlns:a="http://schemas.openxmlformats.org/drawingml/2006/main" noGrp="1"/>
          </p:cNvSpPr>
          <p:nvPr/>
        </p:nvSpPr>
        <p:spPr>
          <a:xfrm xmlns:a="http://schemas.openxmlformats.org/drawingml/2006/main">
            <a:off x="5772150" y="6000750"/>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1050" b="1">
                <a:solidFill>
                  <a:srgbClr val="909A93"/>
                </a:solidFill>
                <a:latin typeface="Pretendard"/>
                <a:ea typeface="Pretendard"/>
                <a:cs typeface="Pretendard"/>
              </a:defRPr>
            </a:pPr>
            <a:r>
              <a:rPr sz="1050" b="1">
                <a:solidFill>
                  <a:srgbClr val="909A93"/>
                </a:solidFill>
                <a:latin typeface="Pretendard"/>
                <a:ea typeface="Pretendard"/>
                <a:cs typeface="Pretendard"/>
              </a:rPr>
              <a:t>영상 입력</a:t>
            </a:r>
          </a:p>
        </p:txBody>
      </p:sp>
      <p:sp>
        <p:nvSpPr>
          <p:cNvPr id="27" name="타원 26">
            <a:extLst xmlns:a="http://schemas.openxmlformats.org/drawingml/2006/main">
              <a:ext uri="{FF2B5EF4-FFF2-40B4-BE49-F238E27FC236}">
                <a16:creationId xmlns:a16="http://schemas.microsoft.com/office/drawing/2014/main" id="{7C191D31-DE23-43AC-8A86-FB20F1915852}"/>
              </a:ext>
            </a:extLst>
          </p:cNvPr>
          <p:cNvSpPr>
            <a:spLocks xmlns:a="http://schemas.openxmlformats.org/drawingml/2006/main" noGrp="1"/>
          </p:cNvSpPr>
          <p:nvPr/>
        </p:nvSpPr>
        <p:spPr>
          <a:xfrm xmlns:a="http://schemas.openxmlformats.org/drawingml/2006/main">
            <a:off x="7486650" y="5857875"/>
            <a:ext cx="114300" cy="114300"/>
          </a:xfrm>
          <a:prstGeom xmlns:a="http://schemas.openxmlformats.org/drawingml/2006/main" prst="ellipse">
            <a:avLst/>
          </a:prstGeom>
          <a:solidFill xmlns:a="http://schemas.openxmlformats.org/drawingml/2006/main">
            <a:srgbClr val="B9FF2C"/>
          </a:solidFill>
          <a:ln xmlns:a="http://schemas.openxmlformats.org/drawingml/2006/main" w="0">
            <a:solidFill>
              <a:srgbClr val="B9FF2C"/>
            </a:solidFill>
          </a:ln>
        </p:spPr>
      </p:sp>
      <p:sp>
        <p:nvSpPr>
          <p:cNvPr id="28" name="직사각형 27">
            <a:extLst xmlns:a="http://schemas.openxmlformats.org/drawingml/2006/main">
              <a:ext uri="{FF2B5EF4-FFF2-40B4-BE49-F238E27FC236}">
                <a16:creationId xmlns:a16="http://schemas.microsoft.com/office/drawing/2014/main" id="{FF3903C3-E896-4D8E-9108-3CC4DB1FFAC7}"/>
              </a:ext>
            </a:extLst>
          </p:cNvPr>
          <p:cNvSpPr>
            <a:spLocks xmlns:a="http://schemas.openxmlformats.org/drawingml/2006/main" noGrp="1"/>
          </p:cNvSpPr>
          <p:nvPr/>
        </p:nvSpPr>
        <p:spPr>
          <a:xfrm xmlns:a="http://schemas.openxmlformats.org/drawingml/2006/main">
            <a:off x="7162800" y="6000750"/>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1050" b="1">
                <a:solidFill>
                  <a:srgbClr val="909A93"/>
                </a:solidFill>
                <a:latin typeface="Pretendard"/>
                <a:ea typeface="Pretendard"/>
                <a:cs typeface="Pretendard"/>
              </a:defRPr>
            </a:pPr>
            <a:r>
              <a:rPr sz="1050" b="1">
                <a:solidFill>
                  <a:srgbClr val="909A93"/>
                </a:solidFill>
                <a:latin typeface="Pretendard"/>
                <a:ea typeface="Pretendard"/>
                <a:cs typeface="Pretendard"/>
              </a:rPr>
              <a:t>자세 측정</a:t>
            </a:r>
          </a:p>
        </p:txBody>
      </p:sp>
      <p:sp>
        <p:nvSpPr>
          <p:cNvPr id="29" name="타원 28">
            <a:extLst xmlns:a="http://schemas.openxmlformats.org/drawingml/2006/main">
              <a:ext uri="{FF2B5EF4-FFF2-40B4-BE49-F238E27FC236}">
                <a16:creationId xmlns:a16="http://schemas.microsoft.com/office/drawing/2014/main" id="{458D4543-6F57-470C-80D9-45718B6B4181}"/>
              </a:ext>
            </a:extLst>
          </p:cNvPr>
          <p:cNvSpPr>
            <a:spLocks xmlns:a="http://schemas.openxmlformats.org/drawingml/2006/main" noGrp="1"/>
          </p:cNvSpPr>
          <p:nvPr/>
        </p:nvSpPr>
        <p:spPr>
          <a:xfrm xmlns:a="http://schemas.openxmlformats.org/drawingml/2006/main">
            <a:off x="8877300" y="5857875"/>
            <a:ext cx="114300" cy="114300"/>
          </a:xfrm>
          <a:prstGeom xmlns:a="http://schemas.openxmlformats.org/drawingml/2006/main" prst="ellipse">
            <a:avLst/>
          </a:prstGeom>
          <a:solidFill xmlns:a="http://schemas.openxmlformats.org/drawingml/2006/main">
            <a:srgbClr val="19DAD1"/>
          </a:solidFill>
          <a:ln xmlns:a="http://schemas.openxmlformats.org/drawingml/2006/main" w="0">
            <a:solidFill>
              <a:srgbClr val="19DAD1"/>
            </a:solidFill>
          </a:ln>
        </p:spPr>
      </p:sp>
      <p:sp>
        <p:nvSpPr>
          <p:cNvPr id="30" name="직사각형 29">
            <a:extLst xmlns:a="http://schemas.openxmlformats.org/drawingml/2006/main">
              <a:ext uri="{FF2B5EF4-FFF2-40B4-BE49-F238E27FC236}">
                <a16:creationId xmlns:a16="http://schemas.microsoft.com/office/drawing/2014/main" id="{D5BCFE4D-4F29-4B30-8758-C9809DF24CD9}"/>
              </a:ext>
            </a:extLst>
          </p:cNvPr>
          <p:cNvSpPr>
            <a:spLocks xmlns:a="http://schemas.openxmlformats.org/drawingml/2006/main" noGrp="1"/>
          </p:cNvSpPr>
          <p:nvPr/>
        </p:nvSpPr>
        <p:spPr>
          <a:xfrm xmlns:a="http://schemas.openxmlformats.org/drawingml/2006/main">
            <a:off x="8419782" y="5990590"/>
            <a:ext cx="1057275" cy="2190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1050" b="1">
                <a:solidFill>
                  <a:srgbClr val="909A93"/>
                </a:solidFill>
                <a:latin typeface="Pretendard"/>
                <a:ea typeface="Pretendard"/>
                <a:cs typeface="Pretendard"/>
              </a:defRPr>
            </a:pPr>
            <a:r>
              <a:rPr sz="1050" b="1">
                <a:solidFill>
                  <a:srgbClr val="909A93"/>
                </a:solidFill>
                <a:latin typeface="Pretendard"/>
                <a:ea typeface="Pretendard"/>
                <a:cs typeface="Pretendard"/>
              </a:rPr>
              <a:t>구체적 피드백</a:t>
            </a:r>
          </a:p>
        </p:txBody>
      </p:sp>
      <p:sp>
        <p:nvSpPr>
          <p:cNvPr id="31" name="타원 30">
            <a:extLst xmlns:a="http://schemas.openxmlformats.org/drawingml/2006/main">
              <a:ext uri="{FF2B5EF4-FFF2-40B4-BE49-F238E27FC236}">
                <a16:creationId xmlns:a16="http://schemas.microsoft.com/office/drawing/2014/main" id="{96F0372F-6EA6-4FC5-8C30-1621952CCA53}"/>
              </a:ext>
            </a:extLst>
          </p:cNvPr>
          <p:cNvSpPr>
            <a:spLocks xmlns:a="http://schemas.openxmlformats.org/drawingml/2006/main" noGrp="1"/>
          </p:cNvSpPr>
          <p:nvPr/>
        </p:nvSpPr>
        <p:spPr>
          <a:xfrm xmlns:a="http://schemas.openxmlformats.org/drawingml/2006/main">
            <a:off x="10353675" y="5857875"/>
            <a:ext cx="114300" cy="114300"/>
          </a:xfrm>
          <a:prstGeom xmlns:a="http://schemas.openxmlformats.org/drawingml/2006/main" prst="ellipse">
            <a:avLst/>
          </a:prstGeom>
          <a:solidFill xmlns:a="http://schemas.openxmlformats.org/drawingml/2006/main">
            <a:srgbClr val="B9FF2C"/>
          </a:solidFill>
          <a:ln xmlns:a="http://schemas.openxmlformats.org/drawingml/2006/main" w="0">
            <a:solidFill>
              <a:srgbClr val="B9FF2C"/>
            </a:solidFill>
          </a:ln>
        </p:spPr>
      </p:sp>
      <p:sp>
        <p:nvSpPr>
          <p:cNvPr id="32" name="직사각형 31">
            <a:extLst xmlns:a="http://schemas.openxmlformats.org/drawingml/2006/main">
              <a:ext uri="{FF2B5EF4-FFF2-40B4-BE49-F238E27FC236}">
                <a16:creationId xmlns:a16="http://schemas.microsoft.com/office/drawing/2014/main" id="{1868E857-6538-4A75-B096-8388E2361B3D}"/>
              </a:ext>
            </a:extLst>
          </p:cNvPr>
          <p:cNvSpPr>
            <a:spLocks xmlns:a="http://schemas.openxmlformats.org/drawingml/2006/main" noGrp="1"/>
          </p:cNvSpPr>
          <p:nvPr/>
        </p:nvSpPr>
        <p:spPr>
          <a:xfrm xmlns:a="http://schemas.openxmlformats.org/drawingml/2006/main">
            <a:off x="10029825" y="6000750"/>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1050" b="1">
                <a:solidFill>
                  <a:srgbClr val="B9FF2C"/>
                </a:solidFill>
                <a:latin typeface="Pretendard"/>
                <a:ea typeface="Pretendard"/>
                <a:cs typeface="Pretendard"/>
              </a:defRPr>
            </a:pPr>
            <a:r>
              <a:rPr sz="1050" b="1">
                <a:solidFill>
                  <a:srgbClr val="B9FF2C"/>
                </a:solidFill>
                <a:latin typeface="Pretendard"/>
                <a:ea typeface="Pretendard"/>
                <a:cs typeface="Pretendard"/>
              </a:rPr>
              <a:t>재분석</a:t>
            </a:r>
          </a:p>
        </p:txBody>
      </p:sp>
    </p:spTree>
    <p:extLst>
      <p:ext uri="{BB962C8B-B14F-4D97-AF65-F5344CB8AC3E}">
        <p14:creationId xmlns:p14="http://schemas.microsoft.com/office/powerpoint/2010/main" val="1798269146"/>
      </p:ext>
    </p:extLst>
  </p:cSld>
</p:sld>
</file>

<file path=ppt/slides/slide4.xml><?xml version="1.0" encoding="utf-8"?>
<p:sld xmlns:p="http://schemas.openxmlformats.org/presentationml/2006/main">
  <p:cSld>
    <p:bg>
      <p:bgPr>
        <a:solidFill xmlns:a="http://schemas.openxmlformats.org/drawingml/2006/main">
          <a:srgbClr val="070A08"/>
        </a:solidFill>
      </p:bgPr>
    </p:bg>
    <p:spTree>
      <p:nvGrpSpPr>
        <p:cNvPr id="1" name=""/>
        <p:cNvGrpSpPr/>
        <p:nvPr/>
      </p:nvGrpSpPr>
      <p:grpSpPr>
        <a:xfrm xmlns:a="http://schemas.openxmlformats.org/drawingml/2006/main"/>
      </p:grpSpPr>
      <p:sp>
        <p:nvSpPr>
          <p:cNvPr id="24" name="직사각형 23">
            <a:extLst xmlns:a="http://schemas.openxmlformats.org/drawingml/2006/main">
              <a:ext uri="{FF2B5EF4-FFF2-40B4-BE49-F238E27FC236}">
                <a16:creationId xmlns:a16="http://schemas.microsoft.com/office/drawing/2014/main" id="{D8501E5B-1040-4C65-AC00-3C4FDAC4E47C}"/>
              </a:ext>
            </a:extLst>
          </p:cNvPr>
          <p:cNvSpPr>
            <a:spLocks xmlns:a="http://schemas.openxmlformats.org/drawingml/2006/main" noGrp="1"/>
          </p:cNvSpPr>
          <p:nvPr/>
        </p:nvSpPr>
        <p:spPr>
          <a:xfrm xmlns:a="http://schemas.openxmlformats.org/drawingml/2006/main">
            <a:off x="400050" y="228600"/>
            <a:ext cx="4572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750" b="1">
                <a:solidFill>
                  <a:srgbClr val="B9FF2C"/>
                </a:solidFill>
                <a:latin typeface="Pretendard"/>
                <a:ea typeface="Pretendard"/>
                <a:cs typeface="Pretendard"/>
              </a:defRPr>
            </a:pPr>
            <a:r>
              <a:rPr sz="1610" b="1">
                <a:solidFill>
                  <a:srgbClr val="B9FF2C"/>
                </a:solidFill>
                <a:latin typeface="Pretendard"/>
                <a:ea typeface="Pretendard"/>
                <a:cs typeface="Pretendard"/>
              </a:rPr>
              <a:t>02 · 서비스 소개</a:t>
            </a:r>
          </a:p>
        </p:txBody>
      </p:sp>
      <p:sp>
        <p:nvSpPr>
          <p:cNvPr id="2" name="직사각형 1">
            <a:extLst xmlns:a="http://schemas.openxmlformats.org/drawingml/2006/main">
              <a:ext uri="{FF2B5EF4-FFF2-40B4-BE49-F238E27FC236}">
                <a16:creationId xmlns:a16="http://schemas.microsoft.com/office/drawing/2014/main" id="{12EFEE98-7B35-433E-92DD-4A6ADA589B9F}"/>
              </a:ext>
            </a:extLst>
          </p:cNvPr>
          <p:cNvSpPr>
            <a:spLocks xmlns:a="http://schemas.openxmlformats.org/drawingml/2006/main" noGrp="1"/>
          </p:cNvSpPr>
          <p:nvPr/>
        </p:nvSpPr>
        <p:spPr>
          <a:xfrm xmlns:a="http://schemas.openxmlformats.org/drawingml/2006/main">
            <a:off x="11372850" y="2286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750" b="0">
                <a:solidFill>
                  <a:srgbClr val="98A099"/>
                </a:solidFill>
                <a:latin typeface="Pretendard"/>
                <a:ea typeface="Pretendard"/>
                <a:cs typeface="Pretendard"/>
              </a:defRPr>
            </a:pPr>
            <a:r>
              <a:rPr sz="1050" b="0">
                <a:solidFill>
                  <a:srgbClr val="98A099"/>
                </a:solidFill>
                <a:latin typeface="Pretendard"/>
                <a:ea typeface="Pretendard"/>
                <a:cs typeface="Pretendard"/>
              </a:rPr>
              <a:t>04</a:t>
            </a:r>
          </a:p>
        </p:txBody>
      </p:sp>
      <p:sp>
        <p:nvSpPr>
          <p:cNvPr id="3" name="직사각형 2">
            <a:extLst xmlns:a="http://schemas.openxmlformats.org/drawingml/2006/main">
              <a:ext uri="{FF2B5EF4-FFF2-40B4-BE49-F238E27FC236}">
                <a16:creationId xmlns:a16="http://schemas.microsoft.com/office/drawing/2014/main" id="{A8DDFDBC-18DC-44CC-BE14-67A755996C4E}"/>
              </a:ext>
            </a:extLst>
          </p:cNvPr>
          <p:cNvSpPr>
            <a:spLocks xmlns:a="http://schemas.openxmlformats.org/drawingml/2006/main" noGrp="1"/>
          </p:cNvSpPr>
          <p:nvPr/>
        </p:nvSpPr>
        <p:spPr>
          <a:xfrm xmlns:a="http://schemas.openxmlformats.org/drawingml/2006/main">
            <a:off x="400050" y="685800"/>
            <a:ext cx="10839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325" b="1">
                <a:solidFill>
                  <a:srgbClr val="F5F7F5"/>
                </a:solidFill>
                <a:latin typeface="Pretendard"/>
                <a:ea typeface="Pretendard"/>
                <a:cs typeface="Pretendard"/>
              </a:defRPr>
            </a:pPr>
            <a:r>
              <a:rPr sz="3680" b="1">
                <a:solidFill>
                  <a:srgbClr val="F5F7F5"/>
                </a:solidFill>
                <a:latin typeface="Pretendard"/>
                <a:ea typeface="Pretendard"/>
                <a:cs typeface="Pretendard"/>
              </a:rPr>
              <a:t>러너스아이 서비스</a:t>
            </a:r>
          </a:p>
        </p:txBody>
      </p:sp>
      <p:sp>
        <p:nvSpPr>
          <p:cNvPr id="4" name="직선 연결선[R] 3">
            <a:extLst xmlns:a="http://schemas.openxmlformats.org/drawingml/2006/main">
              <a:ext uri="{FF2B5EF4-FFF2-40B4-BE49-F238E27FC236}">
                <a16:creationId xmlns:a16="http://schemas.microsoft.com/office/drawing/2014/main" id="{6E5CFCFF-4209-4E25-B53D-3F5B4E02A573}"/>
              </a:ext>
            </a:extLst>
          </p:cNvPr>
          <p:cNvSpPr>
            <a:spLocks xmlns:a="http://schemas.openxmlformats.org/drawingml/2006/main" noGrp="1"/>
          </p:cNvSpPr>
          <p:nvPr/>
        </p:nvSpPr>
        <p:spPr>
          <a:xfrm xmlns:a="http://schemas.openxmlformats.org/drawingml/2006/main">
            <a:off x="400050" y="1257300"/>
            <a:ext cx="11372850" cy="0"/>
          </a:xfrm>
          <a:prstGeom xmlns:a="http://schemas.openxmlformats.org/drawingml/2006/main" prst="line">
            <a:avLst/>
          </a:prstGeom>
          <a:noFill xmlns:a="http://schemas.openxmlformats.org/drawingml/2006/main"/>
          <a:ln xmlns:a="http://schemas.openxmlformats.org/drawingml/2006/main" w="9525">
            <a:solidFill>
              <a:srgbClr val="283029"/>
            </a:solidFill>
            <a:prstDash val="solid"/>
          </a:ln>
        </p:spPr>
      </p:sp>
      <p:sp>
        <p:nvSpPr>
          <p:cNvPr id="6" name="직사각형 5">
            <a:extLst xmlns:a="http://schemas.openxmlformats.org/drawingml/2006/main">
              <a:ext uri="{FF2B5EF4-FFF2-40B4-BE49-F238E27FC236}">
                <a16:creationId xmlns:a16="http://schemas.microsoft.com/office/drawing/2014/main" id="{A92BBB19-4414-4D2C-8136-A64E2C45DE78}"/>
              </a:ext>
            </a:extLst>
          </p:cNvPr>
          <p:cNvSpPr>
            <a:spLocks xmlns:a="http://schemas.openxmlformats.org/drawingml/2006/main" noGrp="1"/>
          </p:cNvSpPr>
          <p:nvPr/>
        </p:nvSpPr>
        <p:spPr>
          <a:xfrm xmlns:a="http://schemas.openxmlformats.org/drawingml/2006/main">
            <a:off x="552450" y="21907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B9FF2C"/>
                </a:solidFill>
                <a:latin typeface="Pretendard"/>
                <a:ea typeface="Pretendard"/>
                <a:cs typeface="Pretendard"/>
              </a:defRPr>
            </a:pPr>
            <a:r>
              <a:rPr sz="1050" b="1">
                <a:solidFill>
                  <a:srgbClr val="B9FF2C"/>
                </a:solidFill>
                <a:latin typeface="Pretendard"/>
                <a:ea typeface="Pretendard"/>
                <a:cs typeface="Pretendard"/>
              </a:rPr>
              <a:t>01</a:t>
            </a:r>
          </a:p>
        </p:txBody>
      </p:sp>
      <p:sp>
        <p:nvSpPr>
          <p:cNvPr id="7" name="직사각형 6">
            <a:extLst xmlns:a="http://schemas.openxmlformats.org/drawingml/2006/main">
              <a:ext uri="{FF2B5EF4-FFF2-40B4-BE49-F238E27FC236}">
                <a16:creationId xmlns:a16="http://schemas.microsoft.com/office/drawing/2014/main" id="{32D1022A-D1F2-4C72-9E0F-C4E55D86BFEC}"/>
              </a:ext>
            </a:extLst>
          </p:cNvPr>
          <p:cNvSpPr>
            <a:spLocks xmlns:a="http://schemas.openxmlformats.org/drawingml/2006/main" noGrp="1"/>
          </p:cNvSpPr>
          <p:nvPr/>
        </p:nvSpPr>
        <p:spPr>
          <a:xfrm xmlns:a="http://schemas.openxmlformats.org/drawingml/2006/main">
            <a:off x="1066800" y="2152650"/>
            <a:ext cx="2000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F5F7F5"/>
                </a:solidFill>
                <a:latin typeface="Pretendard"/>
                <a:ea typeface="Pretendard"/>
                <a:cs typeface="Pretendard"/>
              </a:defRPr>
            </a:pPr>
            <a:r>
              <a:rPr sz="2156" b="1">
                <a:solidFill>
                  <a:srgbClr val="F5F7F5"/>
                </a:solidFill>
                <a:latin typeface="Pretendard"/>
                <a:ea typeface="Pretendard"/>
                <a:cs typeface="Pretendard"/>
              </a:rPr>
              <a:t>영상 입력</a:t>
            </a:r>
          </a:p>
        </p:txBody>
      </p:sp>
      <p:sp>
        <p:nvSpPr>
          <p:cNvPr id="8" name="직사각형 7">
            <a:extLst xmlns:a="http://schemas.openxmlformats.org/drawingml/2006/main">
              <a:ext uri="{FF2B5EF4-FFF2-40B4-BE49-F238E27FC236}">
                <a16:creationId xmlns:a16="http://schemas.microsoft.com/office/drawing/2014/main" id="{9511A739-4884-4330-AAB2-D0F0CA64AE45}"/>
              </a:ext>
            </a:extLst>
          </p:cNvPr>
          <p:cNvSpPr>
            <a:spLocks xmlns:a="http://schemas.openxmlformats.org/drawingml/2006/main" noGrp="1"/>
          </p:cNvSpPr>
          <p:nvPr/>
        </p:nvSpPr>
        <p:spPr>
          <a:xfrm xmlns:a="http://schemas.openxmlformats.org/drawingml/2006/main">
            <a:off x="1066800" y="255270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98A099"/>
                </a:solidFill>
                <a:latin typeface="Pretendard"/>
                <a:ea typeface="Pretendard"/>
                <a:cs typeface="Pretendard"/>
              </a:defRPr>
            </a:pPr>
            <a:r>
              <a:rPr sz="1552" b="0">
                <a:solidFill>
                  <a:srgbClr val="98A099"/>
                </a:solidFill>
                <a:latin typeface="Pretendard"/>
                <a:ea typeface="Pretendard"/>
                <a:cs typeface="Pretendard"/>
              </a:rPr>
              <a:t>야외에서 달리는 모습의 측면 영상</a:t>
            </a:r>
          </a:p>
        </p:txBody>
      </p:sp>
      <p:sp>
        <p:nvSpPr>
          <p:cNvPr id="9" name="직선 연결선[R] 8">
            <a:extLst xmlns:a="http://schemas.openxmlformats.org/drawingml/2006/main">
              <a:ext uri="{FF2B5EF4-FFF2-40B4-BE49-F238E27FC236}">
                <a16:creationId xmlns:a16="http://schemas.microsoft.com/office/drawing/2014/main" id="{182BD602-5F4C-4069-8864-5F7FE18ADF07}"/>
              </a:ext>
            </a:extLst>
          </p:cNvPr>
          <p:cNvSpPr>
            <a:spLocks xmlns:a="http://schemas.openxmlformats.org/drawingml/2006/main" noGrp="1"/>
          </p:cNvSpPr>
          <p:nvPr/>
        </p:nvSpPr>
        <p:spPr>
          <a:xfrm xmlns:a="http://schemas.openxmlformats.org/drawingml/2006/main">
            <a:off x="1066800" y="3124200"/>
            <a:ext cx="4238625" cy="0"/>
          </a:xfrm>
          <a:prstGeom xmlns:a="http://schemas.openxmlformats.org/drawingml/2006/main" prst="line">
            <a:avLst/>
          </a:prstGeom>
          <a:noFill xmlns:a="http://schemas.openxmlformats.org/drawingml/2006/main"/>
          <a:ln xmlns:a="http://schemas.openxmlformats.org/drawingml/2006/main" w="9525">
            <a:solidFill>
              <a:srgbClr val="283029"/>
            </a:solidFill>
            <a:prstDash val="solid"/>
          </a:ln>
        </p:spPr>
      </p:sp>
      <p:sp>
        <p:nvSpPr>
          <p:cNvPr id="10" name="직사각형 9">
            <a:extLst xmlns:a="http://schemas.openxmlformats.org/drawingml/2006/main">
              <a:ext uri="{FF2B5EF4-FFF2-40B4-BE49-F238E27FC236}">
                <a16:creationId xmlns:a16="http://schemas.microsoft.com/office/drawing/2014/main" id="{CFA0C146-686E-420E-8EFD-70CF45013E88}"/>
              </a:ext>
            </a:extLst>
          </p:cNvPr>
          <p:cNvSpPr>
            <a:spLocks xmlns:a="http://schemas.openxmlformats.org/drawingml/2006/main" noGrp="1"/>
          </p:cNvSpPr>
          <p:nvPr/>
        </p:nvSpPr>
        <p:spPr>
          <a:xfrm xmlns:a="http://schemas.openxmlformats.org/drawingml/2006/main">
            <a:off x="552450" y="34290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B9FF2C"/>
                </a:solidFill>
                <a:latin typeface="Pretendard"/>
                <a:ea typeface="Pretendard"/>
                <a:cs typeface="Pretendard"/>
              </a:defRPr>
            </a:pPr>
            <a:r>
              <a:rPr sz="1050" b="1">
                <a:solidFill>
                  <a:srgbClr val="B9FF2C"/>
                </a:solidFill>
                <a:latin typeface="Pretendard"/>
                <a:ea typeface="Pretendard"/>
                <a:cs typeface="Pretendard"/>
              </a:rPr>
              <a:t>02</a:t>
            </a:r>
          </a:p>
        </p:txBody>
      </p:sp>
      <p:sp>
        <p:nvSpPr>
          <p:cNvPr id="11" name="직사각형 10">
            <a:extLst xmlns:a="http://schemas.openxmlformats.org/drawingml/2006/main">
              <a:ext uri="{FF2B5EF4-FFF2-40B4-BE49-F238E27FC236}">
                <a16:creationId xmlns:a16="http://schemas.microsoft.com/office/drawing/2014/main" id="{F9394905-FE48-4D00-8756-1DD8A634572C}"/>
              </a:ext>
            </a:extLst>
          </p:cNvPr>
          <p:cNvSpPr>
            <a:spLocks xmlns:a="http://schemas.openxmlformats.org/drawingml/2006/main" noGrp="1"/>
          </p:cNvSpPr>
          <p:nvPr/>
        </p:nvSpPr>
        <p:spPr>
          <a:xfrm xmlns:a="http://schemas.openxmlformats.org/drawingml/2006/main">
            <a:off x="1066800" y="3390900"/>
            <a:ext cx="2000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F5F7F5"/>
                </a:solidFill>
                <a:latin typeface="Pretendard"/>
                <a:ea typeface="Pretendard"/>
                <a:cs typeface="Pretendard"/>
              </a:defRPr>
            </a:pPr>
            <a:r>
              <a:rPr sz="2156" b="1">
                <a:solidFill>
                  <a:srgbClr val="F5F7F5"/>
                </a:solidFill>
                <a:latin typeface="Pretendard"/>
                <a:ea typeface="Pretendard"/>
                <a:cs typeface="Pretendard"/>
              </a:rPr>
              <a:t>자세 분석</a:t>
            </a:r>
          </a:p>
        </p:txBody>
      </p:sp>
      <p:sp>
        <p:nvSpPr>
          <p:cNvPr id="12" name="직사각형 11">
            <a:extLst xmlns:a="http://schemas.openxmlformats.org/drawingml/2006/main">
              <a:ext uri="{FF2B5EF4-FFF2-40B4-BE49-F238E27FC236}">
                <a16:creationId xmlns:a16="http://schemas.microsoft.com/office/drawing/2014/main" id="{E32B5365-503C-4064-90C6-14D2F3DC15B9}"/>
              </a:ext>
            </a:extLst>
          </p:cNvPr>
          <p:cNvSpPr>
            <a:spLocks xmlns:a="http://schemas.openxmlformats.org/drawingml/2006/main" noGrp="1"/>
          </p:cNvSpPr>
          <p:nvPr/>
        </p:nvSpPr>
        <p:spPr>
          <a:xfrm xmlns:a="http://schemas.openxmlformats.org/drawingml/2006/main">
            <a:off x="1066800" y="379095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98A099"/>
                </a:solidFill>
                <a:latin typeface="Pretendard"/>
                <a:ea typeface="Pretendard"/>
                <a:cs typeface="Pretendard"/>
              </a:defRPr>
            </a:pPr>
            <a:r>
              <a:rPr sz="1552" b="0">
                <a:solidFill>
                  <a:srgbClr val="98A099"/>
                </a:solidFill>
                <a:latin typeface="Pretendard"/>
                <a:ea typeface="Pretendard"/>
                <a:cs typeface="Pretendard"/>
              </a:rPr>
              <a:t>Human Pose Estimation + Papers</a:t>
            </a:r>
          </a:p>
        </p:txBody>
      </p:sp>
      <p:sp>
        <p:nvSpPr>
          <p:cNvPr id="13" name="직선 연결선[R] 12">
            <a:extLst xmlns:a="http://schemas.openxmlformats.org/drawingml/2006/main">
              <a:ext uri="{FF2B5EF4-FFF2-40B4-BE49-F238E27FC236}">
                <a16:creationId xmlns:a16="http://schemas.microsoft.com/office/drawing/2014/main" id="{97065069-F1A5-4CA1-BAD2-499206549148}"/>
              </a:ext>
            </a:extLst>
          </p:cNvPr>
          <p:cNvSpPr>
            <a:spLocks xmlns:a="http://schemas.openxmlformats.org/drawingml/2006/main" noGrp="1"/>
          </p:cNvSpPr>
          <p:nvPr/>
        </p:nvSpPr>
        <p:spPr>
          <a:xfrm xmlns:a="http://schemas.openxmlformats.org/drawingml/2006/main">
            <a:off x="1066800" y="4362450"/>
            <a:ext cx="4238625" cy="0"/>
          </a:xfrm>
          <a:prstGeom xmlns:a="http://schemas.openxmlformats.org/drawingml/2006/main" prst="line">
            <a:avLst/>
          </a:prstGeom>
          <a:noFill xmlns:a="http://schemas.openxmlformats.org/drawingml/2006/main"/>
          <a:ln xmlns:a="http://schemas.openxmlformats.org/drawingml/2006/main" w="9525">
            <a:solidFill>
              <a:srgbClr val="283029"/>
            </a:solidFill>
            <a:prstDash val="solid"/>
          </a:ln>
        </p:spPr>
      </p:sp>
      <p:sp>
        <p:nvSpPr>
          <p:cNvPr id="14" name="직사각형 13">
            <a:extLst xmlns:a="http://schemas.openxmlformats.org/drawingml/2006/main">
              <a:ext uri="{FF2B5EF4-FFF2-40B4-BE49-F238E27FC236}">
                <a16:creationId xmlns:a16="http://schemas.microsoft.com/office/drawing/2014/main" id="{9B1BAF64-C54D-4703-B187-B5336C178C2D}"/>
              </a:ext>
            </a:extLst>
          </p:cNvPr>
          <p:cNvSpPr>
            <a:spLocks xmlns:a="http://schemas.openxmlformats.org/drawingml/2006/main" noGrp="1"/>
          </p:cNvSpPr>
          <p:nvPr/>
        </p:nvSpPr>
        <p:spPr>
          <a:xfrm xmlns:a="http://schemas.openxmlformats.org/drawingml/2006/main">
            <a:off x="552450" y="46672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B9FF2C"/>
                </a:solidFill>
                <a:latin typeface="Pretendard"/>
                <a:ea typeface="Pretendard"/>
                <a:cs typeface="Pretendard"/>
              </a:defRPr>
            </a:pPr>
            <a:r>
              <a:rPr sz="1050" b="1">
                <a:solidFill>
                  <a:srgbClr val="B9FF2C"/>
                </a:solidFill>
                <a:latin typeface="Pretendard"/>
                <a:ea typeface="Pretendard"/>
                <a:cs typeface="Pretendard"/>
              </a:rPr>
              <a:t>03</a:t>
            </a:r>
          </a:p>
        </p:txBody>
      </p:sp>
      <p:sp>
        <p:nvSpPr>
          <p:cNvPr id="15" name="직사각형 14">
            <a:extLst xmlns:a="http://schemas.openxmlformats.org/drawingml/2006/main">
              <a:ext uri="{FF2B5EF4-FFF2-40B4-BE49-F238E27FC236}">
                <a16:creationId xmlns:a16="http://schemas.microsoft.com/office/drawing/2014/main" id="{0A3B0351-3FBE-41C9-924C-7AAE7006C22A}"/>
              </a:ext>
            </a:extLst>
          </p:cNvPr>
          <p:cNvSpPr>
            <a:spLocks xmlns:a="http://schemas.openxmlformats.org/drawingml/2006/main" noGrp="1"/>
          </p:cNvSpPr>
          <p:nvPr/>
        </p:nvSpPr>
        <p:spPr>
          <a:xfrm xmlns:a="http://schemas.openxmlformats.org/drawingml/2006/main">
            <a:off x="1066800" y="4629150"/>
            <a:ext cx="2000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F5F7F5"/>
                </a:solidFill>
                <a:latin typeface="Pretendard"/>
                <a:ea typeface="Pretendard"/>
                <a:cs typeface="Pretendard"/>
              </a:defRPr>
            </a:pPr>
            <a:r>
              <a:rPr sz="2156" b="1">
                <a:solidFill>
                  <a:srgbClr val="F5F7F5"/>
                </a:solidFill>
                <a:latin typeface="Pretendard"/>
                <a:ea typeface="Pretendard"/>
                <a:cs typeface="Pretendard"/>
              </a:rPr>
              <a:t>Agent Report</a:t>
            </a:r>
          </a:p>
        </p:txBody>
      </p:sp>
      <p:sp>
        <p:nvSpPr>
          <p:cNvPr id="16" name="직사각형 15">
            <a:extLst xmlns:a="http://schemas.openxmlformats.org/drawingml/2006/main">
              <a:ext uri="{FF2B5EF4-FFF2-40B4-BE49-F238E27FC236}">
                <a16:creationId xmlns:a16="http://schemas.microsoft.com/office/drawing/2014/main" id="{DD52066E-EDF6-4503-B58E-81F12B5A95F3}"/>
              </a:ext>
            </a:extLst>
          </p:cNvPr>
          <p:cNvSpPr>
            <a:spLocks xmlns:a="http://schemas.openxmlformats.org/drawingml/2006/main" noGrp="1"/>
          </p:cNvSpPr>
          <p:nvPr/>
        </p:nvSpPr>
        <p:spPr>
          <a:xfrm xmlns:a="http://schemas.openxmlformats.org/drawingml/2006/main">
            <a:off x="1066800" y="502920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98A099"/>
                </a:solidFill>
                <a:latin typeface="Pretendard"/>
                <a:ea typeface="Pretendard"/>
                <a:cs typeface="Pretendard"/>
              </a:defRPr>
            </a:pPr>
            <a:r>
              <a:rPr sz="1552">
                <a:solidFill>
                  <a:srgbClr val="98A099"/>
                </a:solidFill>
                <a:latin typeface="Pretendard"/>
                <a:ea typeface="Pretendard"/>
                <a:cs typeface="Pretendard"/>
              </a:rPr>
              <a:t>Agent Report와 기록 분석</a:t>
            </a:r>
            <a:endParaRPr sz="1552" b="0">
              <a:solidFill>
                <a:srgbClr val="98A099"/>
              </a:solidFill>
              <a:latin typeface="Pretendard"/>
              <a:ea typeface="Pretendard"/>
              <a:cs typeface="Pretendard"/>
            </a:endParaRPr>
          </a:p>
        </p:txBody>
      </p:sp>
      <p:sp>
        <p:nvSpPr>
          <p:cNvPr id="17" name="직선 연결선[R] 16">
            <a:extLst xmlns:a="http://schemas.openxmlformats.org/drawingml/2006/main">
              <a:ext uri="{FF2B5EF4-FFF2-40B4-BE49-F238E27FC236}">
                <a16:creationId xmlns:a16="http://schemas.microsoft.com/office/drawing/2014/main" id="{595BF876-73DF-45D3-A52A-B42284C24444}"/>
              </a:ext>
            </a:extLst>
          </p:cNvPr>
          <p:cNvSpPr>
            <a:spLocks xmlns:a="http://schemas.openxmlformats.org/drawingml/2006/main" noGrp="1"/>
          </p:cNvSpPr>
          <p:nvPr/>
        </p:nvSpPr>
        <p:spPr>
          <a:xfrm xmlns:a="http://schemas.openxmlformats.org/drawingml/2006/main">
            <a:off x="1066800" y="5600700"/>
            <a:ext cx="4238625" cy="0"/>
          </a:xfrm>
          <a:prstGeom xmlns:a="http://schemas.openxmlformats.org/drawingml/2006/main" prst="line">
            <a:avLst/>
          </a:prstGeom>
          <a:noFill xmlns:a="http://schemas.openxmlformats.org/drawingml/2006/main"/>
          <a:ln xmlns:a="http://schemas.openxmlformats.org/drawingml/2006/main" w="9525">
            <a:solidFill>
              <a:srgbClr val="283029"/>
            </a:solidFill>
            <a:prstDash val="solid"/>
          </a:ln>
        </p:spPr>
      </p:sp>
      <p:sp>
        <p:nvSpPr>
          <p:cNvPr id="18" name="모서리가 둥근 직사각형 17">
            <a:extLst xmlns:a="http://schemas.openxmlformats.org/drawingml/2006/main">
              <a:ext uri="{FF2B5EF4-FFF2-40B4-BE49-F238E27FC236}">
                <a16:creationId xmlns:a16="http://schemas.microsoft.com/office/drawing/2014/main" id="{4901FE27-9816-4C03-80D2-3F40AFABC842}"/>
              </a:ext>
            </a:extLst>
          </p:cNvPr>
          <p:cNvSpPr>
            <a:spLocks xmlns:a="http://schemas.openxmlformats.org/drawingml/2006/main" noGrp="1"/>
          </p:cNvSpPr>
          <p:nvPr/>
        </p:nvSpPr>
        <p:spPr>
          <a:xfrm xmlns:a="http://schemas.openxmlformats.org/drawingml/2006/main">
            <a:off x="5762624" y="1327153"/>
            <a:ext cx="3057208" cy="5530845"/>
          </a:xfrm>
          <a:prstGeom xmlns:a="http://schemas.openxmlformats.org/drawingml/2006/main" prst="roundRect">
            <a:avLst>
              <a:gd name="adj" fmla="val 7339"/>
            </a:avLst>
          </a:prstGeom>
          <a:solidFill xmlns:a="http://schemas.openxmlformats.org/drawingml/2006/main">
            <a:srgbClr val="101512"/>
          </a:solidFill>
          <a:ln xmlns:a="http://schemas.openxmlformats.org/drawingml/2006/main" w="9525">
            <a:solidFill>
              <a:srgbClr val="283029"/>
            </a:solidFill>
            <a:prstDash val="solid"/>
          </a:ln>
        </p:spPr>
      </p:sp>
      <p:pic>
        <p:nvPicPr>
          <p:cNvPr id="44" name="그림 42"/>
          <p:cNvPicPr>
            <a:picLocks xmlns:a="http://schemas.openxmlformats.org/drawingml/2006/main" noChangeAspect="1"/>
          </p:cNvPicPr>
          <p:nvPr/>
        </p:nvPicPr>
        <p:blipFill>
          <a:blip xmlns:r="http://schemas.openxmlformats.org/officeDocument/2006/relationships" xmlns:a="http://schemas.openxmlformats.org/drawingml/2006/main" r:embed="R0872dde929114227"/>
          <a:stretch xmlns:a="http://schemas.openxmlformats.org/drawingml/2006/main"/>
        </p:blipFill>
        <p:spPr>
          <a:xfrm xmlns:a="http://schemas.openxmlformats.org/drawingml/2006/main">
            <a:off x="6119610" y="1551030"/>
            <a:ext cx="2290970" cy="5083089"/>
          </a:xfrm>
          <a:prstGeom xmlns:a="http://schemas.openxmlformats.org/drawingml/2006/main" prst="rect">
            <a:avLst/>
          </a:prstGeom>
        </p:spPr>
      </p:pic>
      <p:sp>
        <p:nvSpPr>
          <p:cNvPr id="20" name="모서리가 둥근 직사각형 19">
            <a:extLst xmlns:a="http://schemas.openxmlformats.org/drawingml/2006/main">
              <a:ext uri="{FF2B5EF4-FFF2-40B4-BE49-F238E27FC236}">
                <a16:creationId xmlns:a16="http://schemas.microsoft.com/office/drawing/2014/main" id="{B1E55C55-9D97-8368-563D-2D288062CA63}"/>
              </a:ext>
            </a:extLst>
          </p:cNvPr>
          <p:cNvSpPr>
            <a:spLocks xmlns:a="http://schemas.openxmlformats.org/drawingml/2006/main" noGrp="1"/>
          </p:cNvSpPr>
          <p:nvPr/>
        </p:nvSpPr>
        <p:spPr>
          <a:xfrm xmlns:a="http://schemas.openxmlformats.org/drawingml/2006/main">
            <a:off x="9020533" y="1327153"/>
            <a:ext cx="3057208" cy="5480042"/>
          </a:xfrm>
          <a:prstGeom xmlns:a="http://schemas.openxmlformats.org/drawingml/2006/main" prst="roundRect">
            <a:avLst>
              <a:gd name="adj" fmla="val 7339"/>
            </a:avLst>
          </a:prstGeom>
          <a:solidFill xmlns:a="http://schemas.openxmlformats.org/drawingml/2006/main">
            <a:srgbClr val="101512"/>
          </a:solidFill>
          <a:ln xmlns:a="http://schemas.openxmlformats.org/drawingml/2006/main" w="9525">
            <a:solidFill>
              <a:srgbClr val="283029"/>
            </a:solidFill>
            <a:prstDash val="solid"/>
          </a:ln>
        </p:spPr>
      </p:sp>
      <p:pic>
        <p:nvPicPr>
          <p:cNvPr id="46" name="그림 43"/>
          <p:cNvPicPr>
            <a:picLocks xmlns:a="http://schemas.openxmlformats.org/drawingml/2006/main" noChangeAspect="1"/>
          </p:cNvPicPr>
          <p:nvPr/>
        </p:nvPicPr>
        <p:blipFill>
          <a:blip xmlns:r="http://schemas.openxmlformats.org/officeDocument/2006/relationships" xmlns:a="http://schemas.openxmlformats.org/drawingml/2006/main" r:embed="R1d0573f6a72943ae"/>
          <a:stretch xmlns:a="http://schemas.openxmlformats.org/drawingml/2006/main"/>
        </p:blipFill>
        <p:spPr>
          <a:xfrm xmlns:a="http://schemas.openxmlformats.org/drawingml/2006/main">
            <a:off x="9367877" y="1551030"/>
            <a:ext cx="2362519" cy="5078370"/>
          </a:xfrm>
          <a:prstGeom xmlns:a="http://schemas.openxmlformats.org/drawingml/2006/main" prst="rect">
            <a:avLst/>
          </a:prstGeom>
        </p:spPr>
      </p:pic>
    </p:spTree>
    <p:extLst>
      <p:ext uri="{BB962C8B-B14F-4D97-AF65-F5344CB8AC3E}">
        <p14:creationId xmlns:p14="http://schemas.microsoft.com/office/powerpoint/2010/main" val="421925863"/>
      </p:ext>
    </p:extLst>
  </p:cSld>
</p:sld>
</file>

<file path=ppt/slides/slide5.xml><?xml version="1.0" encoding="utf-8"?>
<p:sld xmlns:p="http://schemas.openxmlformats.org/presentationml/2006/main">
  <p:cSld>
    <p:bg>
      <p:bgPr>
        <a:solidFill xmlns:a="http://schemas.openxmlformats.org/drawingml/2006/main">
          <a:srgbClr val="070A08"/>
        </a:solidFill>
      </p:bgPr>
    </p:bg>
    <p:spTree>
      <p:nvGrpSpPr>
        <p:cNvPr id="1" name=""/>
        <p:cNvGrpSpPr/>
        <p:nvPr/>
      </p:nvGrpSpPr>
      <p:grpSpPr>
        <a:xfrm xmlns:a="http://schemas.openxmlformats.org/drawingml/2006/main"/>
      </p:grpSpPr>
      <p:sp>
        <p:nvSpPr>
          <p:cNvPr id="24" name="직사각형 23">
            <a:extLst xmlns:a="http://schemas.openxmlformats.org/drawingml/2006/main">
              <a:ext uri="{FF2B5EF4-FFF2-40B4-BE49-F238E27FC236}">
                <a16:creationId xmlns:a16="http://schemas.microsoft.com/office/drawing/2014/main" id="{B66072E4-D423-4D71-B721-7D4B06667BED}"/>
              </a:ext>
            </a:extLst>
          </p:cNvPr>
          <p:cNvSpPr>
            <a:spLocks xmlns:a="http://schemas.openxmlformats.org/drawingml/2006/main" noGrp="1"/>
          </p:cNvSpPr>
          <p:nvPr/>
        </p:nvSpPr>
        <p:spPr>
          <a:xfrm xmlns:a="http://schemas.openxmlformats.org/drawingml/2006/main">
            <a:off x="400050" y="228600"/>
            <a:ext cx="4572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750" b="1">
                <a:solidFill>
                  <a:srgbClr val="B9FF2C"/>
                </a:solidFill>
                <a:latin typeface="Pretendard"/>
                <a:ea typeface="Pretendard"/>
                <a:cs typeface="Pretendard"/>
              </a:defRPr>
            </a:pPr>
            <a:r>
              <a:rPr sz="1610" b="1">
                <a:solidFill>
                  <a:srgbClr val="B9FF2C"/>
                </a:solidFill>
                <a:latin typeface="Pretendard"/>
                <a:ea typeface="Pretendard"/>
                <a:cs typeface="Pretendard"/>
              </a:rPr>
              <a:t>03 · 시연 영상</a:t>
            </a:r>
          </a:p>
        </p:txBody>
      </p:sp>
      <p:sp>
        <p:nvSpPr>
          <p:cNvPr id="2" name="직사각형 1">
            <a:extLst xmlns:a="http://schemas.openxmlformats.org/drawingml/2006/main">
              <a:ext uri="{FF2B5EF4-FFF2-40B4-BE49-F238E27FC236}">
                <a16:creationId xmlns:a16="http://schemas.microsoft.com/office/drawing/2014/main" id="{CFD6B8EC-40D7-4795-8332-25068846A3F5}"/>
              </a:ext>
            </a:extLst>
          </p:cNvPr>
          <p:cNvSpPr>
            <a:spLocks xmlns:a="http://schemas.openxmlformats.org/drawingml/2006/main" noGrp="1"/>
          </p:cNvSpPr>
          <p:nvPr/>
        </p:nvSpPr>
        <p:spPr>
          <a:xfrm xmlns:a="http://schemas.openxmlformats.org/drawingml/2006/main">
            <a:off x="11372850" y="2286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750" b="0">
                <a:solidFill>
                  <a:srgbClr val="98A099"/>
                </a:solidFill>
                <a:latin typeface="Pretendard"/>
                <a:ea typeface="Pretendard"/>
                <a:cs typeface="Pretendard"/>
              </a:defRPr>
            </a:pPr>
            <a:r>
              <a:rPr sz="1050" b="0">
                <a:solidFill>
                  <a:srgbClr val="98A099"/>
                </a:solidFill>
                <a:latin typeface="Pretendard"/>
                <a:ea typeface="Pretendard"/>
                <a:cs typeface="Pretendard"/>
              </a:rPr>
              <a:t>05</a:t>
            </a:r>
          </a:p>
        </p:txBody>
      </p:sp>
      <p:sp>
        <p:nvSpPr>
          <p:cNvPr id="3" name="직사각형 2">
            <a:extLst xmlns:a="http://schemas.openxmlformats.org/drawingml/2006/main">
              <a:ext uri="{FF2B5EF4-FFF2-40B4-BE49-F238E27FC236}">
                <a16:creationId xmlns:a16="http://schemas.microsoft.com/office/drawing/2014/main" id="{ADCD2E7D-B614-4D69-A995-F6152DD9F02C}"/>
              </a:ext>
            </a:extLst>
          </p:cNvPr>
          <p:cNvSpPr>
            <a:spLocks xmlns:a="http://schemas.openxmlformats.org/drawingml/2006/main" noGrp="1"/>
          </p:cNvSpPr>
          <p:nvPr/>
        </p:nvSpPr>
        <p:spPr>
          <a:xfrm xmlns:a="http://schemas.openxmlformats.org/drawingml/2006/main">
            <a:off x="400050" y="685800"/>
            <a:ext cx="10839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325" b="1">
                <a:solidFill>
                  <a:srgbClr val="F5F7F5"/>
                </a:solidFill>
                <a:latin typeface="Pretendard"/>
                <a:ea typeface="Pretendard"/>
                <a:cs typeface="Pretendard"/>
              </a:defRPr>
            </a:pPr>
            <a:r>
              <a:rPr sz="3680" b="1">
                <a:solidFill>
                  <a:srgbClr val="F5F7F5"/>
                </a:solidFill>
                <a:latin typeface="Pretendard"/>
                <a:ea typeface="Pretendard"/>
                <a:cs typeface="Pretendard"/>
              </a:rPr>
              <a:t>서비스 시연</a:t>
            </a:r>
          </a:p>
        </p:txBody>
      </p:sp>
      <p:sp>
        <p:nvSpPr>
          <p:cNvPr id="7" name="직사각형 6">
            <a:extLst xmlns:a="http://schemas.openxmlformats.org/drawingml/2006/main">
              <a:ext uri="{FF2B5EF4-FFF2-40B4-BE49-F238E27FC236}">
                <a16:creationId xmlns:a16="http://schemas.microsoft.com/office/drawing/2014/main" id="{81EF362F-D5B0-41AB-A0CC-B7342D4995FE}"/>
              </a:ext>
            </a:extLst>
          </p:cNvPr>
          <p:cNvSpPr>
            <a:spLocks xmlns:a="http://schemas.openxmlformats.org/drawingml/2006/main" noGrp="1"/>
          </p:cNvSpPr>
          <p:nvPr/>
        </p:nvSpPr>
        <p:spPr>
          <a:xfrm xmlns:a="http://schemas.openxmlformats.org/drawingml/2006/main">
            <a:off x="3743325" y="3152775"/>
            <a:ext cx="8763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4800" b="1">
                <a:solidFill>
                  <a:srgbClr val="B9FF2C"/>
                </a:solidFill>
                <a:latin typeface="Pretendard"/>
                <a:ea typeface="Pretendard"/>
                <a:cs typeface="Pretendard"/>
              </a:defRPr>
            </a:pPr>
            <a:endParaRPr sz="4800" b="1">
              <a:solidFill>
                <a:srgbClr val="B9FF2C"/>
              </a:solidFill>
              <a:latin typeface="Pretendard"/>
              <a:ea typeface="Pretendard"/>
              <a:cs typeface="Pretendard"/>
            </a:endParaRPr>
          </a:p>
        </p:txBody>
      </p:sp>
      <p:sp>
        <p:nvSpPr>
          <p:cNvPr id="10" name="직사각형 9">
            <a:extLst xmlns:a="http://schemas.openxmlformats.org/drawingml/2006/main">
              <a:ext uri="{FF2B5EF4-FFF2-40B4-BE49-F238E27FC236}">
                <a16:creationId xmlns:a16="http://schemas.microsoft.com/office/drawing/2014/main" id="{2EA80083-B1E2-40B1-AB64-2E09DB753707}"/>
              </a:ext>
            </a:extLst>
          </p:cNvPr>
          <p:cNvSpPr>
            <a:spLocks xmlns:a="http://schemas.openxmlformats.org/drawingml/2006/main" noGrp="1"/>
          </p:cNvSpPr>
          <p:nvPr/>
        </p:nvSpPr>
        <p:spPr>
          <a:xfrm xmlns:a="http://schemas.openxmlformats.org/drawingml/2006/main">
            <a:off x="595710" y="1695450"/>
            <a:ext cx="266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825" b="1">
                <a:solidFill>
                  <a:srgbClr val="B9FF2C"/>
                </a:solidFill>
                <a:latin typeface="Pretendard"/>
                <a:ea typeface="Pretendard"/>
                <a:cs typeface="Pretendard"/>
              </a:defRPr>
            </a:pPr>
            <a:r>
              <a:rPr sz="1050" b="1">
                <a:solidFill>
                  <a:srgbClr val="B9FF2C"/>
                </a:solidFill>
                <a:latin typeface="Pretendard"/>
                <a:ea typeface="Pretendard"/>
                <a:cs typeface="Pretendard"/>
              </a:rPr>
              <a:t>01</a:t>
            </a:r>
          </a:p>
        </p:txBody>
      </p:sp>
      <p:sp>
        <p:nvSpPr>
          <p:cNvPr id="11" name="직사각형 10">
            <a:extLst xmlns:a="http://schemas.openxmlformats.org/drawingml/2006/main">
              <a:ext uri="{FF2B5EF4-FFF2-40B4-BE49-F238E27FC236}">
                <a16:creationId xmlns:a16="http://schemas.microsoft.com/office/drawing/2014/main" id="{CCC2A363-ACA6-4ADF-A87E-8216696E10DF}"/>
              </a:ext>
            </a:extLst>
          </p:cNvPr>
          <p:cNvSpPr>
            <a:spLocks xmlns:a="http://schemas.openxmlformats.org/drawingml/2006/main" noGrp="1"/>
          </p:cNvSpPr>
          <p:nvPr/>
        </p:nvSpPr>
        <p:spPr>
          <a:xfrm xmlns:a="http://schemas.openxmlformats.org/drawingml/2006/main">
            <a:off x="938610" y="1685925"/>
            <a:ext cx="2514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1">
                <a:solidFill>
                  <a:srgbClr val="F5F7F5"/>
                </a:solidFill>
                <a:latin typeface="Pretendard"/>
                <a:ea typeface="Pretendard"/>
                <a:cs typeface="Pretendard"/>
              </a:defRPr>
            </a:pPr>
            <a:r>
              <a:rPr sz="1725" b="1">
                <a:solidFill>
                  <a:srgbClr val="F5F7F5"/>
                </a:solidFill>
                <a:latin typeface="Pretendard"/>
                <a:ea typeface="Pretendard"/>
                <a:cs typeface="Pretendard"/>
              </a:rPr>
              <a:t>영상 선택과 분석 요청</a:t>
            </a:r>
          </a:p>
        </p:txBody>
      </p:sp>
      <p:sp>
        <p:nvSpPr>
          <p:cNvPr id="12" name="직선 연결선[R] 11">
            <a:extLst xmlns:a="http://schemas.openxmlformats.org/drawingml/2006/main">
              <a:ext uri="{FF2B5EF4-FFF2-40B4-BE49-F238E27FC236}">
                <a16:creationId xmlns:a16="http://schemas.microsoft.com/office/drawing/2014/main" id="{BE0C4BCC-90C8-48B0-B907-FF9EAFB3E7BE}"/>
              </a:ext>
            </a:extLst>
          </p:cNvPr>
          <p:cNvSpPr>
            <a:spLocks xmlns:a="http://schemas.openxmlformats.org/drawingml/2006/main" noGrp="1"/>
          </p:cNvSpPr>
          <p:nvPr/>
        </p:nvSpPr>
        <p:spPr>
          <a:xfrm xmlns:a="http://schemas.openxmlformats.org/drawingml/2006/main">
            <a:off x="595710" y="2057400"/>
            <a:ext cx="2724150" cy="0"/>
          </a:xfrm>
          <a:prstGeom xmlns:a="http://schemas.openxmlformats.org/drawingml/2006/main" prst="line">
            <a:avLst/>
          </a:prstGeom>
          <a:noFill xmlns:a="http://schemas.openxmlformats.org/drawingml/2006/main"/>
          <a:ln xmlns:a="http://schemas.openxmlformats.org/drawingml/2006/main" w="9525">
            <a:solidFill>
              <a:srgbClr val="283029"/>
            </a:solidFill>
            <a:prstDash val="solid"/>
          </a:ln>
        </p:spPr>
      </p:sp>
      <p:sp>
        <p:nvSpPr>
          <p:cNvPr id="13" name="직사각형 12">
            <a:extLst xmlns:a="http://schemas.openxmlformats.org/drawingml/2006/main">
              <a:ext uri="{FF2B5EF4-FFF2-40B4-BE49-F238E27FC236}">
                <a16:creationId xmlns:a16="http://schemas.microsoft.com/office/drawing/2014/main" id="{4636E38B-0AF9-40B6-9303-0CE2198EF2E8}"/>
              </a:ext>
            </a:extLst>
          </p:cNvPr>
          <p:cNvSpPr>
            <a:spLocks xmlns:a="http://schemas.openxmlformats.org/drawingml/2006/main" noGrp="1"/>
          </p:cNvSpPr>
          <p:nvPr/>
        </p:nvSpPr>
        <p:spPr>
          <a:xfrm xmlns:a="http://schemas.openxmlformats.org/drawingml/2006/main">
            <a:off x="595710" y="2381250"/>
            <a:ext cx="266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825" b="1">
                <a:solidFill>
                  <a:srgbClr val="B9FF2C"/>
                </a:solidFill>
                <a:latin typeface="Pretendard"/>
                <a:ea typeface="Pretendard"/>
                <a:cs typeface="Pretendard"/>
              </a:defRPr>
            </a:pPr>
            <a:r>
              <a:rPr sz="1050" b="1">
                <a:solidFill>
                  <a:srgbClr val="B9FF2C"/>
                </a:solidFill>
                <a:latin typeface="Pretendard"/>
                <a:ea typeface="Pretendard"/>
                <a:cs typeface="Pretendard"/>
              </a:rPr>
              <a:t>02</a:t>
            </a:r>
          </a:p>
        </p:txBody>
      </p:sp>
      <p:sp>
        <p:nvSpPr>
          <p:cNvPr id="14" name="직사각형 13">
            <a:extLst xmlns:a="http://schemas.openxmlformats.org/drawingml/2006/main">
              <a:ext uri="{FF2B5EF4-FFF2-40B4-BE49-F238E27FC236}">
                <a16:creationId xmlns:a16="http://schemas.microsoft.com/office/drawing/2014/main" id="{F3CCE7A6-9E7A-4FF8-968E-8876D11452AB}"/>
              </a:ext>
            </a:extLst>
          </p:cNvPr>
          <p:cNvSpPr>
            <a:spLocks xmlns:a="http://schemas.openxmlformats.org/drawingml/2006/main" noGrp="1"/>
          </p:cNvSpPr>
          <p:nvPr/>
        </p:nvSpPr>
        <p:spPr>
          <a:xfrm xmlns:a="http://schemas.openxmlformats.org/drawingml/2006/main">
            <a:off x="938610" y="2371725"/>
            <a:ext cx="2514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1">
                <a:solidFill>
                  <a:srgbClr val="F5F7F5"/>
                </a:solidFill>
                <a:latin typeface="Pretendard"/>
                <a:ea typeface="Pretendard"/>
                <a:cs typeface="Pretendard"/>
              </a:defRPr>
            </a:pPr>
            <a:r>
              <a:rPr sz="1725" b="1">
                <a:solidFill>
                  <a:srgbClr val="F5F7F5"/>
                </a:solidFill>
                <a:latin typeface="Pretendard"/>
                <a:ea typeface="Pretendard"/>
                <a:cs typeface="Pretendard"/>
              </a:rPr>
              <a:t>진행 상태 확인</a:t>
            </a:r>
          </a:p>
        </p:txBody>
      </p:sp>
      <p:sp>
        <p:nvSpPr>
          <p:cNvPr id="15" name="직선 연결선[R] 14">
            <a:extLst xmlns:a="http://schemas.openxmlformats.org/drawingml/2006/main">
              <a:ext uri="{FF2B5EF4-FFF2-40B4-BE49-F238E27FC236}">
                <a16:creationId xmlns:a16="http://schemas.microsoft.com/office/drawing/2014/main" id="{C8836C2E-3F14-44EE-B08D-8334272EA2D3}"/>
              </a:ext>
            </a:extLst>
          </p:cNvPr>
          <p:cNvSpPr>
            <a:spLocks xmlns:a="http://schemas.openxmlformats.org/drawingml/2006/main" noGrp="1"/>
          </p:cNvSpPr>
          <p:nvPr/>
        </p:nvSpPr>
        <p:spPr>
          <a:xfrm xmlns:a="http://schemas.openxmlformats.org/drawingml/2006/main">
            <a:off x="595710" y="2743200"/>
            <a:ext cx="2724150" cy="0"/>
          </a:xfrm>
          <a:prstGeom xmlns:a="http://schemas.openxmlformats.org/drawingml/2006/main" prst="line">
            <a:avLst/>
          </a:prstGeom>
          <a:noFill xmlns:a="http://schemas.openxmlformats.org/drawingml/2006/main"/>
          <a:ln xmlns:a="http://schemas.openxmlformats.org/drawingml/2006/main" w="9525">
            <a:solidFill>
              <a:srgbClr val="283029"/>
            </a:solidFill>
            <a:prstDash val="solid"/>
          </a:ln>
        </p:spPr>
      </p:sp>
      <p:sp>
        <p:nvSpPr>
          <p:cNvPr id="16" name="직사각형 15">
            <a:extLst xmlns:a="http://schemas.openxmlformats.org/drawingml/2006/main">
              <a:ext uri="{FF2B5EF4-FFF2-40B4-BE49-F238E27FC236}">
                <a16:creationId xmlns:a16="http://schemas.microsoft.com/office/drawing/2014/main" id="{D4EB709C-9CC5-4D87-B53E-1A8A7F71D9D4}"/>
              </a:ext>
            </a:extLst>
          </p:cNvPr>
          <p:cNvSpPr>
            <a:spLocks xmlns:a="http://schemas.openxmlformats.org/drawingml/2006/main" noGrp="1"/>
          </p:cNvSpPr>
          <p:nvPr/>
        </p:nvSpPr>
        <p:spPr>
          <a:xfrm xmlns:a="http://schemas.openxmlformats.org/drawingml/2006/main">
            <a:off x="595710" y="3067050"/>
            <a:ext cx="266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825" b="1">
                <a:solidFill>
                  <a:srgbClr val="B9FF2C"/>
                </a:solidFill>
                <a:latin typeface="Pretendard"/>
                <a:ea typeface="Pretendard"/>
                <a:cs typeface="Pretendard"/>
              </a:defRPr>
            </a:pPr>
            <a:r>
              <a:rPr sz="1050" b="1">
                <a:solidFill>
                  <a:srgbClr val="B9FF2C"/>
                </a:solidFill>
                <a:latin typeface="Pretendard"/>
                <a:ea typeface="Pretendard"/>
                <a:cs typeface="Pretendard"/>
              </a:rPr>
              <a:t>03</a:t>
            </a:r>
          </a:p>
        </p:txBody>
      </p:sp>
      <p:sp>
        <p:nvSpPr>
          <p:cNvPr id="17" name="직사각형 16">
            <a:extLst xmlns:a="http://schemas.openxmlformats.org/drawingml/2006/main">
              <a:ext uri="{FF2B5EF4-FFF2-40B4-BE49-F238E27FC236}">
                <a16:creationId xmlns:a16="http://schemas.microsoft.com/office/drawing/2014/main" id="{687FD90B-A3E2-48F9-AC87-F44047C8AC4C}"/>
              </a:ext>
            </a:extLst>
          </p:cNvPr>
          <p:cNvSpPr>
            <a:spLocks xmlns:a="http://schemas.openxmlformats.org/drawingml/2006/main" noGrp="1"/>
          </p:cNvSpPr>
          <p:nvPr/>
        </p:nvSpPr>
        <p:spPr>
          <a:xfrm xmlns:a="http://schemas.openxmlformats.org/drawingml/2006/main">
            <a:off x="938610" y="3057525"/>
            <a:ext cx="2514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1">
                <a:solidFill>
                  <a:srgbClr val="F5F7F5"/>
                </a:solidFill>
                <a:latin typeface="Pretendard"/>
                <a:ea typeface="Pretendard"/>
                <a:cs typeface="Pretendard"/>
              </a:defRPr>
            </a:pPr>
            <a:r>
              <a:rPr sz="1725" b="1">
                <a:solidFill>
                  <a:srgbClr val="F5F7F5"/>
                </a:solidFill>
                <a:latin typeface="Pretendard"/>
                <a:ea typeface="Pretendard"/>
                <a:cs typeface="Pretendard"/>
              </a:rPr>
              <a:t>자세 점수와 핵심 피드백</a:t>
            </a:r>
          </a:p>
        </p:txBody>
      </p:sp>
      <p:sp>
        <p:nvSpPr>
          <p:cNvPr id="18" name="직선 연결선[R] 17">
            <a:extLst xmlns:a="http://schemas.openxmlformats.org/drawingml/2006/main">
              <a:ext uri="{FF2B5EF4-FFF2-40B4-BE49-F238E27FC236}">
                <a16:creationId xmlns:a16="http://schemas.microsoft.com/office/drawing/2014/main" id="{4E25B98D-3B40-476E-87AF-087EC6DDCAE7}"/>
              </a:ext>
            </a:extLst>
          </p:cNvPr>
          <p:cNvSpPr>
            <a:spLocks xmlns:a="http://schemas.openxmlformats.org/drawingml/2006/main" noGrp="1"/>
          </p:cNvSpPr>
          <p:nvPr/>
        </p:nvSpPr>
        <p:spPr>
          <a:xfrm xmlns:a="http://schemas.openxmlformats.org/drawingml/2006/main">
            <a:off x="595710" y="3429000"/>
            <a:ext cx="2724150" cy="0"/>
          </a:xfrm>
          <a:prstGeom xmlns:a="http://schemas.openxmlformats.org/drawingml/2006/main" prst="line">
            <a:avLst/>
          </a:prstGeom>
          <a:noFill xmlns:a="http://schemas.openxmlformats.org/drawingml/2006/main"/>
          <a:ln xmlns:a="http://schemas.openxmlformats.org/drawingml/2006/main" w="9525">
            <a:solidFill>
              <a:srgbClr val="283029"/>
            </a:solidFill>
            <a:prstDash val="solid"/>
          </a:ln>
        </p:spPr>
      </p:sp>
      <p:sp>
        <p:nvSpPr>
          <p:cNvPr id="19" name="직사각형 18">
            <a:extLst xmlns:a="http://schemas.openxmlformats.org/drawingml/2006/main">
              <a:ext uri="{FF2B5EF4-FFF2-40B4-BE49-F238E27FC236}">
                <a16:creationId xmlns:a16="http://schemas.microsoft.com/office/drawing/2014/main" id="{B536382F-A332-44A7-88CF-A3A04760DAF2}"/>
              </a:ext>
            </a:extLst>
          </p:cNvPr>
          <p:cNvSpPr>
            <a:spLocks xmlns:a="http://schemas.openxmlformats.org/drawingml/2006/main" noGrp="1"/>
          </p:cNvSpPr>
          <p:nvPr/>
        </p:nvSpPr>
        <p:spPr>
          <a:xfrm xmlns:a="http://schemas.openxmlformats.org/drawingml/2006/main">
            <a:off x="595710" y="3752850"/>
            <a:ext cx="266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825" b="1">
                <a:solidFill>
                  <a:srgbClr val="B9FF2C"/>
                </a:solidFill>
                <a:latin typeface="Pretendard"/>
                <a:ea typeface="Pretendard"/>
                <a:cs typeface="Pretendard"/>
              </a:defRPr>
            </a:pPr>
            <a:r>
              <a:rPr sz="1050" b="1">
                <a:solidFill>
                  <a:srgbClr val="B9FF2C"/>
                </a:solidFill>
                <a:latin typeface="Pretendard"/>
                <a:ea typeface="Pretendard"/>
                <a:cs typeface="Pretendard"/>
              </a:rPr>
              <a:t>04</a:t>
            </a:r>
          </a:p>
        </p:txBody>
      </p:sp>
      <p:sp>
        <p:nvSpPr>
          <p:cNvPr id="20" name="직사각형 19">
            <a:extLst xmlns:a="http://schemas.openxmlformats.org/drawingml/2006/main">
              <a:ext uri="{FF2B5EF4-FFF2-40B4-BE49-F238E27FC236}">
                <a16:creationId xmlns:a16="http://schemas.microsoft.com/office/drawing/2014/main" id="{D66AE232-1DD5-4075-A09F-4832E71B62E5}"/>
              </a:ext>
            </a:extLst>
          </p:cNvPr>
          <p:cNvSpPr>
            <a:spLocks xmlns:a="http://schemas.openxmlformats.org/drawingml/2006/main" noGrp="1"/>
          </p:cNvSpPr>
          <p:nvPr/>
        </p:nvSpPr>
        <p:spPr>
          <a:xfrm xmlns:a="http://schemas.openxmlformats.org/drawingml/2006/main">
            <a:off x="938610" y="3743325"/>
            <a:ext cx="2514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1">
                <a:solidFill>
                  <a:srgbClr val="F5F7F5"/>
                </a:solidFill>
                <a:latin typeface="Pretendard"/>
                <a:ea typeface="Pretendard"/>
                <a:cs typeface="Pretendard"/>
              </a:defRPr>
            </a:pPr>
            <a:r>
              <a:rPr sz="1725" b="1">
                <a:solidFill>
                  <a:srgbClr val="F5F7F5"/>
                </a:solidFill>
                <a:latin typeface="Pretendard"/>
                <a:ea typeface="Pretendard"/>
                <a:cs typeface="Pretendard"/>
              </a:rPr>
              <a:t>기록 화면 재조회</a:t>
            </a:r>
          </a:p>
        </p:txBody>
      </p:sp>
      <p:sp>
        <p:nvSpPr>
          <p:cNvPr id="21" name="직선 연결선[R] 20">
            <a:extLst xmlns:a="http://schemas.openxmlformats.org/drawingml/2006/main">
              <a:ext uri="{FF2B5EF4-FFF2-40B4-BE49-F238E27FC236}">
                <a16:creationId xmlns:a16="http://schemas.microsoft.com/office/drawing/2014/main" id="{3B709876-269E-4A4C-9BC6-FAB97C45CC81}"/>
              </a:ext>
            </a:extLst>
          </p:cNvPr>
          <p:cNvSpPr>
            <a:spLocks xmlns:a="http://schemas.openxmlformats.org/drawingml/2006/main" noGrp="1"/>
          </p:cNvSpPr>
          <p:nvPr/>
        </p:nvSpPr>
        <p:spPr>
          <a:xfrm xmlns:a="http://schemas.openxmlformats.org/drawingml/2006/main">
            <a:off x="595710" y="4114800"/>
            <a:ext cx="2724150" cy="0"/>
          </a:xfrm>
          <a:prstGeom xmlns:a="http://schemas.openxmlformats.org/drawingml/2006/main" prst="line">
            <a:avLst/>
          </a:prstGeom>
          <a:noFill xmlns:a="http://schemas.openxmlformats.org/drawingml/2006/main"/>
          <a:ln xmlns:a="http://schemas.openxmlformats.org/drawingml/2006/main" w="9525">
            <a:solidFill>
              <a:srgbClr val="283029"/>
            </a:solidFill>
            <a:prstDash val="solid"/>
          </a:ln>
        </p:spPr>
      </p:sp>
      <p:pic>
        <p:nvPicPr>
          <p:cNvPr id="42" name="Screen_Recording_20260909_143501_Runners Feed"/>
          <p:cNvPicPr>
            <a:picLocks xmlns:a="http://schemas.openxmlformats.org/drawingml/2006/main" noChangeAspect="1"/>
          </p:cNvPicPr>
          <p:nvPr/>
        </p:nvPicPr>
        <p:blipFill>
          <a:blip xmlns:r="http://schemas.openxmlformats.org/officeDocument/2006/relationships" xmlns:a="http://schemas.openxmlformats.org/drawingml/2006/main" r:embed="R6b6ba19872894ef6"/>
          <a:stretch xmlns:a="http://schemas.openxmlformats.org/drawingml/2006/main">
            <a:fillRect l="0" t="0" r="0" b="0"/>
          </a:stretch>
        </p:blipFill>
        <p:spPr>
          <a:xfrm xmlns:a="http://schemas.openxmlformats.org/drawingml/2006/main">
            <a:off x="4400549" y="-224962"/>
            <a:ext cx="3390902" cy="7487530"/>
          </a:xfrm>
          <a:prstGeom xmlns:a="http://schemas.openxmlformats.org/drawingml/2006/main" prst="rect">
            <a:avLst/>
          </a:prstGeom>
        </p:spPr>
      </p:pic>
    </p:spTree>
    <p:extLst>
      <p:ext uri="{BB962C8B-B14F-4D97-AF65-F5344CB8AC3E}">
        <p14:creationId xmlns:p14="http://schemas.microsoft.com/office/powerpoint/2010/main" val="2082333626"/>
      </p:ext>
    </p:extLst>
  </p:cSld>
</p:sld>
</file>

<file path=ppt/slides/slide6.xml><?xml version="1.0" encoding="utf-8"?>
<p:sld xmlns:p="http://schemas.openxmlformats.org/presentationml/2006/main">
  <p:cSld>
    <p:bg>
      <p:bgPr>
        <a:solidFill xmlns:a="http://schemas.openxmlformats.org/drawingml/2006/main">
          <a:srgbClr val="070A08"/>
        </a:solidFill>
      </p:bgPr>
    </p:bg>
    <p:spTree>
      <p:nvGrpSpPr>
        <p:cNvPr id="1" name=""/>
        <p:cNvGrpSpPr/>
        <p:nvPr/>
      </p:nvGrpSpPr>
      <p:grpSpPr>
        <a:xfrm xmlns:a="http://schemas.openxmlformats.org/drawingml/2006/main"/>
      </p:grpSpPr>
      <p:sp>
        <p:nvSpPr>
          <p:cNvPr id="53" name="직사각형 52">
            <a:extLst xmlns:a="http://schemas.openxmlformats.org/drawingml/2006/main">
              <a:ext uri="{FF2B5EF4-FFF2-40B4-BE49-F238E27FC236}">
                <a16:creationId xmlns:a16="http://schemas.microsoft.com/office/drawing/2014/main" id="{C8B9E69A-975D-4A95-86C1-C7B77F8FBEEA}"/>
              </a:ext>
            </a:extLst>
          </p:cNvPr>
          <p:cNvSpPr>
            <a:spLocks xmlns:a="http://schemas.openxmlformats.org/drawingml/2006/main" noGrp="1"/>
          </p:cNvSpPr>
          <p:nvPr/>
        </p:nvSpPr>
        <p:spPr>
          <a:xfrm xmlns:a="http://schemas.openxmlformats.org/drawingml/2006/main">
            <a:off x="400050" y="228600"/>
            <a:ext cx="342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750" b="1">
                <a:solidFill>
                  <a:srgbClr val="B9FF2C"/>
                </a:solidFill>
                <a:latin typeface="Pretendard"/>
                <a:ea typeface="Pretendard"/>
                <a:cs typeface="Pretendard"/>
              </a:defRPr>
            </a:pPr>
            <a:r>
              <a:rPr sz="1610" b="1">
                <a:solidFill>
                  <a:srgbClr val="B9FF2C"/>
                </a:solidFill>
                <a:latin typeface="Pretendard"/>
                <a:ea typeface="Pretendard"/>
                <a:cs typeface="Pretendard"/>
              </a:rPr>
              <a:t>04 · 분석 파이프라인</a:t>
            </a:r>
            <a:endParaRPr sz="1400" b="1">
              <a:solidFill>
                <a:srgbClr val="B9FF2C"/>
              </a:solidFill>
              <a:latin typeface="Pretendard"/>
              <a:ea typeface="Pretendard"/>
              <a:cs typeface="Pretendard"/>
            </a:endParaRPr>
          </a:p>
        </p:txBody>
      </p:sp>
      <p:sp>
        <p:nvSpPr>
          <p:cNvPr id="2" name="직사각형 1">
            <a:extLst xmlns:a="http://schemas.openxmlformats.org/drawingml/2006/main">
              <a:ext uri="{FF2B5EF4-FFF2-40B4-BE49-F238E27FC236}">
                <a16:creationId xmlns:a16="http://schemas.microsoft.com/office/drawing/2014/main" id="{C06F4260-C274-4490-ACEA-A97E6FA0E0A4}"/>
              </a:ext>
            </a:extLst>
          </p:cNvPr>
          <p:cNvSpPr>
            <a:spLocks xmlns:a="http://schemas.openxmlformats.org/drawingml/2006/main" noGrp="1"/>
          </p:cNvSpPr>
          <p:nvPr/>
        </p:nvSpPr>
        <p:spPr>
          <a:xfrm xmlns:a="http://schemas.openxmlformats.org/drawingml/2006/main">
            <a:off x="11372850" y="2286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750" b="0">
                <a:solidFill>
                  <a:srgbClr val="98A099"/>
                </a:solidFill>
                <a:latin typeface="Pretendard"/>
                <a:ea typeface="Pretendard"/>
                <a:cs typeface="Pretendard"/>
              </a:defRPr>
            </a:pPr>
            <a:r>
              <a:rPr sz="1050" b="0">
                <a:solidFill>
                  <a:srgbClr val="98A099"/>
                </a:solidFill>
                <a:latin typeface="Pretendard"/>
                <a:ea typeface="Pretendard"/>
                <a:cs typeface="Pretendard"/>
              </a:rPr>
              <a:t>06</a:t>
            </a:r>
          </a:p>
        </p:txBody>
      </p:sp>
      <p:sp>
        <p:nvSpPr>
          <p:cNvPr id="3" name="직사각형 2">
            <a:extLst xmlns:a="http://schemas.openxmlformats.org/drawingml/2006/main">
              <a:ext uri="{FF2B5EF4-FFF2-40B4-BE49-F238E27FC236}">
                <a16:creationId xmlns:a16="http://schemas.microsoft.com/office/drawing/2014/main" id="{D4FDF187-E0E6-4ED4-89D8-53A2BD81A5D8}"/>
              </a:ext>
            </a:extLst>
          </p:cNvPr>
          <p:cNvSpPr>
            <a:spLocks xmlns:a="http://schemas.openxmlformats.org/drawingml/2006/main" noGrp="1"/>
          </p:cNvSpPr>
          <p:nvPr/>
        </p:nvSpPr>
        <p:spPr>
          <a:xfrm xmlns:a="http://schemas.openxmlformats.org/drawingml/2006/main">
            <a:off x="400050" y="685800"/>
            <a:ext cx="10839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325" b="1">
                <a:solidFill>
                  <a:srgbClr val="F5F7F5"/>
                </a:solidFill>
                <a:latin typeface="Pretendard"/>
                <a:ea typeface="Pretendard"/>
                <a:cs typeface="Pretendard"/>
              </a:defRPr>
            </a:pPr>
            <a:r>
              <a:rPr sz="3680" b="1">
                <a:solidFill>
                  <a:srgbClr val="F5F7F5"/>
                </a:solidFill>
                <a:latin typeface="Pretendard"/>
                <a:ea typeface="Pretendard"/>
                <a:cs typeface="Pretendard"/>
              </a:rPr>
              <a:t>영상에서 분석 리포트까지</a:t>
            </a:r>
            <a:endParaRPr sz="3200" b="1">
              <a:solidFill>
                <a:srgbClr val="F5F7F5"/>
              </a:solidFill>
              <a:latin typeface="Pretendard"/>
              <a:ea typeface="Pretendard"/>
              <a:cs typeface="Pretendard"/>
            </a:endParaRPr>
          </a:p>
        </p:txBody>
      </p:sp>
      <p:sp>
        <p:nvSpPr>
          <p:cNvPr id="4" name="직선 연결선[R] 3">
            <a:extLst xmlns:a="http://schemas.openxmlformats.org/drawingml/2006/main">
              <a:ext uri="{FF2B5EF4-FFF2-40B4-BE49-F238E27FC236}">
                <a16:creationId xmlns:a16="http://schemas.microsoft.com/office/drawing/2014/main" id="{9B673414-4D10-425D-8238-542EC94463D5}"/>
              </a:ext>
            </a:extLst>
          </p:cNvPr>
          <p:cNvSpPr>
            <a:spLocks xmlns:a="http://schemas.openxmlformats.org/drawingml/2006/main" noGrp="1"/>
          </p:cNvSpPr>
          <p:nvPr/>
        </p:nvSpPr>
        <p:spPr>
          <a:xfrm xmlns:a="http://schemas.openxmlformats.org/drawingml/2006/main">
            <a:off x="400050" y="1257300"/>
            <a:ext cx="11372850" cy="0"/>
          </a:xfrm>
          <a:prstGeom xmlns:a="http://schemas.openxmlformats.org/drawingml/2006/main" prst="line">
            <a:avLst/>
          </a:prstGeom>
          <a:noFill xmlns:a="http://schemas.openxmlformats.org/drawingml/2006/main"/>
          <a:ln xmlns:a="http://schemas.openxmlformats.org/drawingml/2006/main" w="9525">
            <a:solidFill>
              <a:srgbClr val="283029"/>
            </a:solidFill>
            <a:prstDash val="solid"/>
          </a:ln>
        </p:spPr>
      </p:sp>
      <p:sp>
        <p:nvSpPr>
          <p:cNvPr id="6" name="모서리가 둥근 직사각형 5">
            <a:extLst xmlns:a="http://schemas.openxmlformats.org/drawingml/2006/main">
              <a:ext uri="{FF2B5EF4-FFF2-40B4-BE49-F238E27FC236}">
                <a16:creationId xmlns:a16="http://schemas.microsoft.com/office/drawing/2014/main" id="{23407A3A-E051-408E-872B-CC1490C2A665}"/>
              </a:ext>
            </a:extLst>
          </p:cNvPr>
          <p:cNvSpPr>
            <a:spLocks xmlns:a="http://schemas.openxmlformats.org/drawingml/2006/main" noGrp="1"/>
          </p:cNvSpPr>
          <p:nvPr/>
        </p:nvSpPr>
        <p:spPr>
          <a:xfrm xmlns:a="http://schemas.openxmlformats.org/drawingml/2006/main">
            <a:off x="400050" y="1809750"/>
            <a:ext cx="2381250" cy="3143250"/>
          </a:xfrm>
          <a:prstGeom xmlns:a="http://schemas.openxmlformats.org/drawingml/2006/main" prst="roundRect">
            <a:avLst>
              <a:gd name="adj" fmla="val 4800"/>
            </a:avLst>
          </a:prstGeom>
          <a:solidFill xmlns:a="http://schemas.openxmlformats.org/drawingml/2006/main">
            <a:srgbClr val="101512"/>
          </a:solidFill>
          <a:ln xmlns:a="http://schemas.openxmlformats.org/drawingml/2006/main" w="9525">
            <a:solidFill>
              <a:srgbClr val="283029"/>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직사각형 6">
            <a:extLst xmlns:a="http://schemas.openxmlformats.org/drawingml/2006/main">
              <a:ext uri="{FF2B5EF4-FFF2-40B4-BE49-F238E27FC236}">
                <a16:creationId xmlns:a16="http://schemas.microsoft.com/office/drawing/2014/main" id="{FAEBA223-43F2-4632-8D38-CB9FC3896608}"/>
              </a:ext>
            </a:extLst>
          </p:cNvPr>
          <p:cNvSpPr>
            <a:spLocks xmlns:a="http://schemas.openxmlformats.org/drawingml/2006/main" noGrp="1"/>
          </p:cNvSpPr>
          <p:nvPr/>
        </p:nvSpPr>
        <p:spPr>
          <a:xfrm xmlns:a="http://schemas.openxmlformats.org/drawingml/2006/main">
            <a:off x="552450" y="1962150"/>
            <a:ext cx="266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750" b="1">
                <a:solidFill>
                  <a:srgbClr val="B9FF2C"/>
                </a:solidFill>
                <a:latin typeface="Pretendard"/>
                <a:ea typeface="Pretendard"/>
                <a:cs typeface="Pretendard"/>
              </a:defRPr>
            </a:pPr>
            <a:r>
              <a:rPr sz="1050" b="1">
                <a:solidFill>
                  <a:srgbClr val="B9FF2C"/>
                </a:solidFill>
                <a:latin typeface="Pretendard"/>
                <a:ea typeface="Pretendard"/>
                <a:cs typeface="Pretendard"/>
              </a:rPr>
              <a:t>01</a:t>
            </a:r>
          </a:p>
        </p:txBody>
      </p:sp>
      <p:pic>
        <p:nvPicPr>
          <p:cNvPr id="274" name="그림 59"/>
          <p:cNvPicPr>
            <a:picLocks xmlns:a="http://schemas.openxmlformats.org/drawingml/2006/main" noChangeAspect="1"/>
          </p:cNvPicPr>
          <p:nvPr/>
        </p:nvPicPr>
        <p:blipFill>
          <a:blip xmlns:r="http://schemas.openxmlformats.org/officeDocument/2006/relationships" xmlns:a="http://schemas.openxmlformats.org/drawingml/2006/main" r:embed="R6400f36742874ff1"/>
          <a:stretch xmlns:a="http://schemas.openxmlformats.org/drawingml/2006/main"/>
        </p:blipFill>
        <p:spPr>
          <a:xfrm xmlns:a="http://schemas.openxmlformats.org/drawingml/2006/main">
            <a:off x="876300" y="1916011"/>
            <a:ext cx="1438444" cy="2679671"/>
          </a:xfrm>
          <a:prstGeom xmlns:a="http://schemas.openxmlformats.org/drawingml/2006/main" prst="rect">
            <a:avLst/>
          </a:prstGeom>
        </p:spPr>
      </p:pic>
      <p:sp>
        <p:nvSpPr>
          <p:cNvPr id="9" name="모서리가 둥근 직사각형 8">
            <a:extLst xmlns:a="http://schemas.openxmlformats.org/drawingml/2006/main">
              <a:ext uri="{FF2B5EF4-FFF2-40B4-BE49-F238E27FC236}">
                <a16:creationId xmlns:a16="http://schemas.microsoft.com/office/drawing/2014/main" id="{331F1CF2-BB72-484B-B732-037F8838091D}"/>
              </a:ext>
            </a:extLst>
          </p:cNvPr>
          <p:cNvSpPr>
            <a:spLocks xmlns:a="http://schemas.openxmlformats.org/drawingml/2006/main" noGrp="1"/>
          </p:cNvSpPr>
          <p:nvPr/>
        </p:nvSpPr>
        <p:spPr>
          <a:xfrm xmlns:a="http://schemas.openxmlformats.org/drawingml/2006/main">
            <a:off x="1304925" y="2952750"/>
            <a:ext cx="571500" cy="571500"/>
          </a:xfrm>
          <a:prstGeom xmlns:a="http://schemas.openxmlformats.org/drawingml/2006/main" prst="roundRect">
            <a:avLst>
              <a:gd name="adj" fmla="val 50000"/>
            </a:avLst>
          </a:prstGeom>
          <a:solidFill xmlns:a="http://schemas.openxmlformats.org/drawingml/2006/main">
            <a:srgbClr val="070A08"/>
          </a:solidFill>
          <a:ln xmlns:a="http://schemas.openxmlformats.org/drawingml/2006/main" w="19050">
            <a:solidFill>
              <a:srgbClr val="B9FF2C"/>
            </a:solidFill>
            <a:prstDash val="solid"/>
          </a:ln>
        </p:spPr>
      </p:sp>
      <p:sp>
        <p:nvSpPr>
          <p:cNvPr id="10" name="직사각형 9">
            <a:extLst xmlns:a="http://schemas.openxmlformats.org/drawingml/2006/main">
              <a:ext uri="{FF2B5EF4-FFF2-40B4-BE49-F238E27FC236}">
                <a16:creationId xmlns:a16="http://schemas.microsoft.com/office/drawing/2014/main" id="{2A323F91-9D05-4298-AB15-799EDC5E4EEA}"/>
              </a:ext>
            </a:extLst>
          </p:cNvPr>
          <p:cNvSpPr>
            <a:spLocks xmlns:a="http://schemas.openxmlformats.org/drawingml/2006/main" noGrp="1"/>
          </p:cNvSpPr>
          <p:nvPr/>
        </p:nvSpPr>
        <p:spPr>
          <a:xfrm xmlns:a="http://schemas.openxmlformats.org/drawingml/2006/main">
            <a:off x="1400175" y="306705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950" b="1">
                <a:solidFill>
                  <a:srgbClr val="B9FF2C"/>
                </a:solidFill>
                <a:latin typeface="Pretendard"/>
                <a:ea typeface="Pretendard"/>
                <a:cs typeface="Pretendard"/>
              </a:defRPr>
            </a:pPr>
            <a:endParaRPr sz="1950" b="1">
              <a:solidFill>
                <a:srgbClr val="B9FF2C"/>
              </a:solidFill>
              <a:latin typeface="Pretendard"/>
              <a:ea typeface="Pretendard"/>
              <a:cs typeface="Pretendard"/>
            </a:endParaRPr>
          </a:p>
        </p:txBody>
      </p:sp>
      <p:sp>
        <p:nvSpPr>
          <p:cNvPr id="11" name="직사각형 10">
            <a:extLst xmlns:a="http://schemas.openxmlformats.org/drawingml/2006/main">
              <a:ext uri="{FF2B5EF4-FFF2-40B4-BE49-F238E27FC236}">
                <a16:creationId xmlns:a16="http://schemas.microsoft.com/office/drawing/2014/main" id="{8036E6B0-B94B-4F16-ADBD-2BB55B58EAAD}"/>
              </a:ext>
            </a:extLst>
          </p:cNvPr>
          <p:cNvSpPr>
            <a:spLocks xmlns:a="http://schemas.openxmlformats.org/drawingml/2006/main" noGrp="1"/>
          </p:cNvSpPr>
          <p:nvPr/>
        </p:nvSpPr>
        <p:spPr>
          <a:xfrm xmlns:a="http://schemas.openxmlformats.org/drawingml/2006/main">
            <a:off x="595306" y="4658178"/>
            <a:ext cx="2019299"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900" b="1">
                <a:solidFill>
                  <a:srgbClr val="F5F7F5"/>
                </a:solidFill>
                <a:latin typeface="Pretendard"/>
                <a:ea typeface="Pretendard"/>
                <a:cs typeface="Pretendard"/>
              </a:defRPr>
            </a:pPr>
            <a:r>
              <a:rPr sz="1600" b="1">
                <a:solidFill>
                  <a:srgbClr val="F5F7F5"/>
                </a:solidFill>
                <a:latin typeface="Pretendard"/>
                <a:ea typeface="Pretendard"/>
                <a:cs typeface="Pretendard"/>
              </a:rPr>
              <a:t>측면 러닝 영상</a:t>
            </a:r>
          </a:p>
        </p:txBody>
      </p:sp>
      <p:sp>
        <p:nvSpPr>
          <p:cNvPr id="12" name="모서리가 둥근 직사각형 11">
            <a:extLst xmlns:a="http://schemas.openxmlformats.org/drawingml/2006/main">
              <a:ext uri="{FF2B5EF4-FFF2-40B4-BE49-F238E27FC236}">
                <a16:creationId xmlns:a16="http://schemas.microsoft.com/office/drawing/2014/main" id="{FE395748-2E58-4F10-846C-2A1E1140D70E}"/>
              </a:ext>
            </a:extLst>
          </p:cNvPr>
          <p:cNvSpPr>
            <a:spLocks xmlns:a="http://schemas.openxmlformats.org/drawingml/2006/main" noGrp="1"/>
          </p:cNvSpPr>
          <p:nvPr/>
        </p:nvSpPr>
        <p:spPr>
          <a:xfrm xmlns:a="http://schemas.openxmlformats.org/drawingml/2006/main">
            <a:off x="3257550" y="1809750"/>
            <a:ext cx="2381250" cy="3143250"/>
          </a:xfrm>
          <a:prstGeom xmlns:a="http://schemas.openxmlformats.org/drawingml/2006/main" prst="roundRect">
            <a:avLst>
              <a:gd name="adj" fmla="val 4800"/>
            </a:avLst>
          </a:prstGeom>
          <a:solidFill xmlns:a="http://schemas.openxmlformats.org/drawingml/2006/main">
            <a:srgbClr val="101512"/>
          </a:solidFill>
          <a:ln xmlns:a="http://schemas.openxmlformats.org/drawingml/2006/main" w="9525">
            <a:solidFill>
              <a:srgbClr val="283029"/>
            </a:solidFill>
            <a:prstDash val="solid"/>
          </a:ln>
        </p:spPr>
      </p:sp>
      <p:sp>
        <p:nvSpPr>
          <p:cNvPr id="13" name="직사각형 12">
            <a:extLst xmlns:a="http://schemas.openxmlformats.org/drawingml/2006/main">
              <a:ext uri="{FF2B5EF4-FFF2-40B4-BE49-F238E27FC236}">
                <a16:creationId xmlns:a16="http://schemas.microsoft.com/office/drawing/2014/main" id="{49AD957F-B695-421E-B188-E4A9E61CAC99}"/>
              </a:ext>
            </a:extLst>
          </p:cNvPr>
          <p:cNvSpPr>
            <a:spLocks xmlns:a="http://schemas.openxmlformats.org/drawingml/2006/main" noGrp="1"/>
          </p:cNvSpPr>
          <p:nvPr/>
        </p:nvSpPr>
        <p:spPr>
          <a:xfrm xmlns:a="http://schemas.openxmlformats.org/drawingml/2006/main">
            <a:off x="3409950" y="1962150"/>
            <a:ext cx="266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750" b="1">
                <a:solidFill>
                  <a:srgbClr val="B9FF2C"/>
                </a:solidFill>
                <a:latin typeface="Pretendard"/>
                <a:ea typeface="Pretendard"/>
                <a:cs typeface="Pretendard"/>
              </a:defRPr>
            </a:pPr>
            <a:r>
              <a:rPr sz="1050" b="1">
                <a:solidFill>
                  <a:srgbClr val="B9FF2C"/>
                </a:solidFill>
                <a:latin typeface="Pretendard"/>
                <a:ea typeface="Pretendard"/>
                <a:cs typeface="Pretendard"/>
              </a:rPr>
              <a:t>02</a:t>
            </a:r>
          </a:p>
        </p:txBody>
      </p:sp>
      <p:pic>
        <p:nvPicPr>
          <p:cNvPr id="280" name="그림 65"/>
          <p:cNvPicPr>
            <a:picLocks xmlns:a="http://schemas.openxmlformats.org/drawingml/2006/main" noChangeAspect="1"/>
          </p:cNvPicPr>
          <p:nvPr/>
        </p:nvPicPr>
        <p:blipFill>
          <a:blip xmlns:r="http://schemas.openxmlformats.org/officeDocument/2006/relationships" xmlns:a="http://schemas.openxmlformats.org/drawingml/2006/main" r:embed="Racf7a842681f42ad"/>
          <a:stretch xmlns:a="http://schemas.openxmlformats.org/drawingml/2006/main"/>
        </p:blipFill>
        <p:spPr>
          <a:xfrm xmlns:a="http://schemas.openxmlformats.org/drawingml/2006/main">
            <a:off x="3710207" y="1921260"/>
            <a:ext cx="1470034" cy="2736918"/>
          </a:xfrm>
          <a:prstGeom xmlns:a="http://schemas.openxmlformats.org/drawingml/2006/main" prst="rect">
            <a:avLst/>
          </a:prstGeom>
        </p:spPr>
      </p:pic>
      <p:sp>
        <p:nvSpPr>
          <p:cNvPr id="15" name="직사각형 14">
            <a:extLst xmlns:a="http://schemas.openxmlformats.org/drawingml/2006/main">
              <a:ext uri="{FF2B5EF4-FFF2-40B4-BE49-F238E27FC236}">
                <a16:creationId xmlns:a16="http://schemas.microsoft.com/office/drawing/2014/main" id="{F78BAFEF-612A-4072-994C-3D7BF0B59464}"/>
              </a:ext>
            </a:extLst>
          </p:cNvPr>
          <p:cNvSpPr>
            <a:spLocks xmlns:a="http://schemas.openxmlformats.org/drawingml/2006/main" noGrp="1"/>
          </p:cNvSpPr>
          <p:nvPr/>
        </p:nvSpPr>
        <p:spPr>
          <a:xfrm xmlns:a="http://schemas.openxmlformats.org/drawingml/2006/main">
            <a:off x="3257550" y="4674505"/>
            <a:ext cx="2381249" cy="2957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900" b="1">
                <a:solidFill>
                  <a:srgbClr val="F5F7F5"/>
                </a:solidFill>
                <a:latin typeface="Pretendard"/>
                <a:ea typeface="Pretendard"/>
                <a:cs typeface="Pretendard"/>
              </a:defRPr>
            </a:pPr>
            <a:r>
              <a:rPr sz="1600" b="1">
                <a:solidFill>
                  <a:srgbClr val="F5F7F5"/>
                </a:solidFill>
                <a:latin typeface="Pretendard"/>
                <a:ea typeface="Pretendard"/>
                <a:cs typeface="Pretendard"/>
              </a:rPr>
              <a:t>HPE 데이터 추출</a:t>
            </a:r>
          </a:p>
        </p:txBody>
      </p:sp>
      <p:sp>
        <p:nvSpPr>
          <p:cNvPr id="16" name="모서리가 둥근 직사각형 15">
            <a:extLst xmlns:a="http://schemas.openxmlformats.org/drawingml/2006/main">
              <a:ext uri="{FF2B5EF4-FFF2-40B4-BE49-F238E27FC236}">
                <a16:creationId xmlns:a16="http://schemas.microsoft.com/office/drawing/2014/main" id="{C88DA4DD-7279-497A-A4C4-6106598E62F6}"/>
              </a:ext>
            </a:extLst>
          </p:cNvPr>
          <p:cNvSpPr>
            <a:spLocks xmlns:a="http://schemas.openxmlformats.org/drawingml/2006/main" noGrp="1"/>
          </p:cNvSpPr>
          <p:nvPr/>
        </p:nvSpPr>
        <p:spPr>
          <a:xfrm xmlns:a="http://schemas.openxmlformats.org/drawingml/2006/main">
            <a:off x="6115050" y="1809750"/>
            <a:ext cx="2381250" cy="3143250"/>
          </a:xfrm>
          <a:prstGeom xmlns:a="http://schemas.openxmlformats.org/drawingml/2006/main" prst="roundRect">
            <a:avLst>
              <a:gd name="adj" fmla="val 4800"/>
            </a:avLst>
          </a:prstGeom>
          <a:solidFill xmlns:a="http://schemas.openxmlformats.org/drawingml/2006/main">
            <a:srgbClr val="101512"/>
          </a:solidFill>
          <a:ln xmlns:a="http://schemas.openxmlformats.org/drawingml/2006/main" w="9525">
            <a:solidFill>
              <a:srgbClr val="283029"/>
            </a:solidFill>
            <a:prstDash val="solid"/>
          </a:ln>
        </p:spPr>
      </p:sp>
      <p:sp>
        <p:nvSpPr>
          <p:cNvPr id="17" name="직사각형 16">
            <a:extLst xmlns:a="http://schemas.openxmlformats.org/drawingml/2006/main">
              <a:ext uri="{FF2B5EF4-FFF2-40B4-BE49-F238E27FC236}">
                <a16:creationId xmlns:a16="http://schemas.microsoft.com/office/drawing/2014/main" id="{41282603-36AA-4467-8CB5-D4D3B5F1403C}"/>
              </a:ext>
            </a:extLst>
          </p:cNvPr>
          <p:cNvSpPr>
            <a:spLocks xmlns:a="http://schemas.openxmlformats.org/drawingml/2006/main" noGrp="1"/>
          </p:cNvSpPr>
          <p:nvPr/>
        </p:nvSpPr>
        <p:spPr>
          <a:xfrm xmlns:a="http://schemas.openxmlformats.org/drawingml/2006/main">
            <a:off x="6267450" y="1962150"/>
            <a:ext cx="266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750" b="1">
                <a:solidFill>
                  <a:srgbClr val="B9FF2C"/>
                </a:solidFill>
                <a:latin typeface="Pretendard"/>
                <a:ea typeface="Pretendard"/>
                <a:cs typeface="Pretendard"/>
              </a:defRPr>
            </a:pPr>
            <a:r>
              <a:rPr sz="1050" b="1">
                <a:solidFill>
                  <a:srgbClr val="B9FF2C"/>
                </a:solidFill>
                <a:latin typeface="Pretendard"/>
                <a:ea typeface="Pretendard"/>
                <a:cs typeface="Pretendard"/>
              </a:rPr>
              <a:t>03</a:t>
            </a:r>
          </a:p>
        </p:txBody>
      </p:sp>
      <p:sp>
        <p:nvSpPr>
          <p:cNvPr id="18" name="모서리가 둥근 직사각형 17">
            <a:extLst xmlns:a="http://schemas.openxmlformats.org/drawingml/2006/main">
              <a:ext uri="{FF2B5EF4-FFF2-40B4-BE49-F238E27FC236}">
                <a16:creationId xmlns:a16="http://schemas.microsoft.com/office/drawing/2014/main" id="{CE44C472-F1E8-4095-BEFF-37AF95347B00}"/>
              </a:ext>
            </a:extLst>
          </p:cNvPr>
          <p:cNvSpPr>
            <a:spLocks xmlns:a="http://schemas.openxmlformats.org/drawingml/2006/main" noGrp="1"/>
          </p:cNvSpPr>
          <p:nvPr/>
        </p:nvSpPr>
        <p:spPr>
          <a:xfrm xmlns:a="http://schemas.openxmlformats.org/drawingml/2006/main">
            <a:off x="6210300" y="2228850"/>
            <a:ext cx="1047750" cy="2076450"/>
          </a:xfrm>
          <a:prstGeom xmlns:a="http://schemas.openxmlformats.org/drawingml/2006/main" prst="roundRect">
            <a:avLst>
              <a:gd name="adj" fmla="val 7273"/>
            </a:avLst>
          </a:prstGeom>
          <a:solidFill xmlns:a="http://schemas.openxmlformats.org/drawingml/2006/main">
            <a:srgbClr val="020302"/>
          </a:solidFill>
          <a:ln xmlns:a="http://schemas.openxmlformats.org/drawingml/2006/main" w="9525">
            <a:solidFill>
              <a:srgbClr val="283029"/>
            </a:solidFill>
            <a:prstDash val="solid"/>
          </a:ln>
        </p:spPr>
      </p:sp>
      <p:pic>
        <p:nvPicPr>
          <p:cNvPr id="285" name="그림 70"/>
          <p:cNvPicPr>
            <a:picLocks xmlns:a="http://schemas.openxmlformats.org/drawingml/2006/main" noChangeAspect="1"/>
          </p:cNvPicPr>
          <p:nvPr/>
        </p:nvPicPr>
        <p:blipFill>
          <a:blip xmlns:r="http://schemas.openxmlformats.org/officeDocument/2006/relationships" xmlns:a="http://schemas.openxmlformats.org/drawingml/2006/main" r:embed="R857359c9c2ad4da8"/>
          <a:srcRect xmlns:a="http://schemas.openxmlformats.org/drawingml/2006/main" l="5688" t="0" r="5688" b="0"/>
          <a:stretch xmlns:a="http://schemas.openxmlformats.org/drawingml/2006/main">
            <a:fillRect l="0" t="0" r="0" b="0"/>
          </a:stretch>
        </p:blipFill>
        <p:spPr>
          <a:xfrm xmlns:a="http://schemas.openxmlformats.org/drawingml/2006/main">
            <a:off x="6267450" y="2286000"/>
            <a:ext cx="933450" cy="1962150"/>
          </a:xfrm>
          <a:prstGeom xmlns:a="http://schemas.openxmlformats.org/drawingml/2006/main" prst="rect">
            <a:avLst/>
          </a:prstGeom>
        </p:spPr>
      </p:pic>
      <p:sp>
        <p:nvSpPr>
          <p:cNvPr id="20" name="모서리가 둥근 직사각형 19">
            <a:extLst xmlns:a="http://schemas.openxmlformats.org/drawingml/2006/main">
              <a:ext uri="{FF2B5EF4-FFF2-40B4-BE49-F238E27FC236}">
                <a16:creationId xmlns:a16="http://schemas.microsoft.com/office/drawing/2014/main" id="{35CE0CB4-7FCC-4D8A-A549-09F6DD20AE8A}"/>
              </a:ext>
            </a:extLst>
          </p:cNvPr>
          <p:cNvSpPr>
            <a:spLocks xmlns:a="http://schemas.openxmlformats.org/drawingml/2006/main" noGrp="1"/>
          </p:cNvSpPr>
          <p:nvPr/>
        </p:nvSpPr>
        <p:spPr>
          <a:xfrm xmlns:a="http://schemas.openxmlformats.org/drawingml/2006/main">
            <a:off x="7353300" y="2228850"/>
            <a:ext cx="1047750" cy="2076450"/>
          </a:xfrm>
          <a:prstGeom xmlns:a="http://schemas.openxmlformats.org/drawingml/2006/main" prst="roundRect">
            <a:avLst>
              <a:gd name="adj" fmla="val 7273"/>
            </a:avLst>
          </a:prstGeom>
          <a:solidFill xmlns:a="http://schemas.openxmlformats.org/drawingml/2006/main">
            <a:srgbClr val="020302"/>
          </a:solidFill>
          <a:ln xmlns:a="http://schemas.openxmlformats.org/drawingml/2006/main" w="9525">
            <a:solidFill>
              <a:srgbClr val="283029"/>
            </a:solidFill>
            <a:prstDash val="solid"/>
          </a:ln>
        </p:spPr>
      </p:sp>
      <p:pic>
        <p:nvPicPr>
          <p:cNvPr id="287" name="그림 72"/>
          <p:cNvPicPr>
            <a:picLocks xmlns:a="http://schemas.openxmlformats.org/drawingml/2006/main" noChangeAspect="1"/>
          </p:cNvPicPr>
          <p:nvPr/>
        </p:nvPicPr>
        <p:blipFill>
          <a:blip xmlns:r="http://schemas.openxmlformats.org/officeDocument/2006/relationships" xmlns:a="http://schemas.openxmlformats.org/drawingml/2006/main" r:embed="R2ff1a912b67446f4"/>
          <a:srcRect xmlns:a="http://schemas.openxmlformats.org/drawingml/2006/main" l="5688" t="0" r="5688" b="0"/>
          <a:stretch xmlns:a="http://schemas.openxmlformats.org/drawingml/2006/main">
            <a:fillRect l="0" t="0" r="0" b="0"/>
          </a:stretch>
        </p:blipFill>
        <p:spPr>
          <a:xfrm xmlns:a="http://schemas.openxmlformats.org/drawingml/2006/main">
            <a:off x="7410450" y="2286000"/>
            <a:ext cx="933450" cy="1962150"/>
          </a:xfrm>
          <a:prstGeom xmlns:a="http://schemas.openxmlformats.org/drawingml/2006/main" prst="rect">
            <a:avLst/>
          </a:prstGeom>
        </p:spPr>
      </p:pic>
      <p:sp>
        <p:nvSpPr>
          <p:cNvPr id="22" name="모서리가 둥근 직사각형 21">
            <a:extLst xmlns:a="http://schemas.openxmlformats.org/drawingml/2006/main">
              <a:ext uri="{FF2B5EF4-FFF2-40B4-BE49-F238E27FC236}">
                <a16:creationId xmlns:a16="http://schemas.microsoft.com/office/drawing/2014/main" id="{8F63EF8E-5DC4-4A9C-AFDC-414F2CCAB9EE}"/>
              </a:ext>
            </a:extLst>
          </p:cNvPr>
          <p:cNvSpPr>
            <a:spLocks xmlns:a="http://schemas.openxmlformats.org/drawingml/2006/main" noGrp="1"/>
          </p:cNvSpPr>
          <p:nvPr/>
        </p:nvSpPr>
        <p:spPr>
          <a:xfrm xmlns:a="http://schemas.openxmlformats.org/drawingml/2006/main">
            <a:off x="6138858" y="3008989"/>
            <a:ext cx="495300" cy="171450"/>
          </a:xfrm>
          <a:prstGeom xmlns:a="http://schemas.openxmlformats.org/drawingml/2006/main" prst="roundRect">
            <a:avLst>
              <a:gd name="adj" fmla="val 27778"/>
            </a:avLst>
          </a:prstGeom>
          <a:solidFill xmlns:a="http://schemas.openxmlformats.org/drawingml/2006/main">
            <a:srgbClr val="070A08"/>
          </a:solidFill>
          <a:ln xmlns:a="http://schemas.openxmlformats.org/drawingml/2006/main" w="9525">
            <a:solidFill>
              <a:srgbClr val="42D9D0"/>
            </a:solidFill>
            <a:prstDash val="solid"/>
          </a:ln>
        </p:spPr>
      </p:sp>
      <p:sp>
        <p:nvSpPr>
          <p:cNvPr id="23" name="직사각형 22">
            <a:extLst xmlns:a="http://schemas.openxmlformats.org/drawingml/2006/main">
              <a:ext uri="{FF2B5EF4-FFF2-40B4-BE49-F238E27FC236}">
                <a16:creationId xmlns:a16="http://schemas.microsoft.com/office/drawing/2014/main" id="{F91A8FEA-7D4D-4E13-9D64-6F534C1AAA16}"/>
              </a:ext>
            </a:extLst>
          </p:cNvPr>
          <p:cNvSpPr>
            <a:spLocks xmlns:a="http://schemas.openxmlformats.org/drawingml/2006/main" noGrp="1"/>
          </p:cNvSpPr>
          <p:nvPr/>
        </p:nvSpPr>
        <p:spPr>
          <a:xfrm xmlns:a="http://schemas.openxmlformats.org/drawingml/2006/main">
            <a:off x="6186483" y="3018514"/>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525" b="1">
                <a:solidFill>
                  <a:srgbClr val="42D9D0"/>
                </a:solidFill>
                <a:latin typeface="Pretendard"/>
                <a:ea typeface="Pretendard"/>
                <a:cs typeface="Pretendard"/>
              </a:defRPr>
            </a:pPr>
            <a:r>
              <a:rPr sz="1050" b="1">
                <a:solidFill>
                  <a:srgbClr val="42D9D0"/>
                </a:solidFill>
                <a:latin typeface="Pretendard"/>
                <a:ea typeface="Pretendard"/>
                <a:cs typeface="Pretendard"/>
              </a:rPr>
              <a:t>102.4°</a:t>
            </a:r>
          </a:p>
        </p:txBody>
      </p:sp>
      <p:sp>
        <p:nvSpPr>
          <p:cNvPr id="24" name="직사각형 23">
            <a:extLst xmlns:a="http://schemas.openxmlformats.org/drawingml/2006/main">
              <a:ext uri="{FF2B5EF4-FFF2-40B4-BE49-F238E27FC236}">
                <a16:creationId xmlns:a16="http://schemas.microsoft.com/office/drawing/2014/main" id="{C40C2AAB-357B-4475-8DB6-40CD604519D6}"/>
              </a:ext>
            </a:extLst>
          </p:cNvPr>
          <p:cNvSpPr>
            <a:spLocks xmlns:a="http://schemas.openxmlformats.org/drawingml/2006/main" noGrp="1"/>
          </p:cNvSpPr>
          <p:nvPr/>
        </p:nvSpPr>
        <p:spPr>
          <a:xfrm xmlns:a="http://schemas.openxmlformats.org/drawingml/2006/main">
            <a:off x="7486650" y="2381250"/>
            <a:ext cx="781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525" b="1">
                <a:solidFill>
                  <a:srgbClr val="98A099"/>
                </a:solidFill>
                <a:latin typeface="Pretendard"/>
                <a:ea typeface="Pretendard"/>
                <a:cs typeface="Pretendard"/>
              </a:defRPr>
            </a:pPr>
            <a:r>
              <a:rPr sz="1050" b="1">
                <a:solidFill>
                  <a:srgbClr val="98A099"/>
                </a:solidFill>
                <a:latin typeface="Pretendard"/>
                <a:ea typeface="Pretendard"/>
                <a:cs typeface="Pretendard"/>
              </a:rPr>
              <a:t>t₀   t₁   t₂</a:t>
            </a:r>
          </a:p>
        </p:txBody>
      </p:sp>
      <p:sp>
        <p:nvSpPr>
          <p:cNvPr id="25" name="모서리가 둥근 직사각형 24">
            <a:extLst xmlns:a="http://schemas.openxmlformats.org/drawingml/2006/main">
              <a:ext uri="{FF2B5EF4-FFF2-40B4-BE49-F238E27FC236}">
                <a16:creationId xmlns:a16="http://schemas.microsoft.com/office/drawing/2014/main" id="{AEC5E26D-496E-47BC-A2A8-70BC4F7D3951}"/>
              </a:ext>
            </a:extLst>
          </p:cNvPr>
          <p:cNvSpPr>
            <a:spLocks xmlns:a="http://schemas.openxmlformats.org/drawingml/2006/main" noGrp="1"/>
          </p:cNvSpPr>
          <p:nvPr/>
        </p:nvSpPr>
        <p:spPr>
          <a:xfrm xmlns:a="http://schemas.openxmlformats.org/drawingml/2006/main">
            <a:off x="6286500" y="4057650"/>
            <a:ext cx="895350" cy="190500"/>
          </a:xfrm>
          <a:prstGeom xmlns:a="http://schemas.openxmlformats.org/drawingml/2006/main" prst="roundRect">
            <a:avLst>
              <a:gd name="adj" fmla="val 25000"/>
            </a:avLst>
          </a:prstGeom>
          <a:solidFill xmlns:a="http://schemas.openxmlformats.org/drawingml/2006/main">
            <a:srgbClr val="070A08"/>
          </a:solidFill>
          <a:ln xmlns:a="http://schemas.openxmlformats.org/drawingml/2006/main" w="9525">
            <a:solidFill>
              <a:srgbClr val="42D9D0"/>
            </a:solidFill>
            <a:prstDash val="solid"/>
          </a:ln>
        </p:spPr>
      </p:sp>
      <p:sp>
        <p:nvSpPr>
          <p:cNvPr id="26" name="직사각형 25">
            <a:extLst xmlns:a="http://schemas.openxmlformats.org/drawingml/2006/main">
              <a:ext uri="{FF2B5EF4-FFF2-40B4-BE49-F238E27FC236}">
                <a16:creationId xmlns:a16="http://schemas.microsoft.com/office/drawing/2014/main" id="{9F24AF98-6084-455E-857E-F0FEFF4F39C5}"/>
              </a:ext>
            </a:extLst>
          </p:cNvPr>
          <p:cNvSpPr>
            <a:spLocks xmlns:a="http://schemas.openxmlformats.org/drawingml/2006/main" noGrp="1"/>
          </p:cNvSpPr>
          <p:nvPr/>
        </p:nvSpPr>
        <p:spPr>
          <a:xfrm xmlns:a="http://schemas.openxmlformats.org/drawingml/2006/main">
            <a:off x="6362700" y="4090761"/>
            <a:ext cx="742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600" b="1">
                <a:solidFill>
                  <a:srgbClr val="42D9D0"/>
                </a:solidFill>
                <a:latin typeface="Pretendard"/>
                <a:ea typeface="Pretendard"/>
                <a:cs typeface="Pretendard"/>
              </a:defRPr>
            </a:pPr>
            <a:r>
              <a:rPr sz="1050" b="1">
                <a:solidFill>
                  <a:srgbClr val="42D9D0"/>
                </a:solidFill>
                <a:latin typeface="Pretendard"/>
                <a:ea typeface="Pretendard"/>
                <a:cs typeface="Pretendard"/>
              </a:rPr>
              <a:t>관절 각도 </a:t>
            </a:r>
          </a:p>
        </p:txBody>
      </p:sp>
      <p:sp>
        <p:nvSpPr>
          <p:cNvPr id="27" name="모서리가 둥근 직사각형 26">
            <a:extLst xmlns:a="http://schemas.openxmlformats.org/drawingml/2006/main">
              <a:ext uri="{FF2B5EF4-FFF2-40B4-BE49-F238E27FC236}">
                <a16:creationId xmlns:a16="http://schemas.microsoft.com/office/drawing/2014/main" id="{03430B54-2924-4131-A0E7-FAC4ADCB7058}"/>
              </a:ext>
            </a:extLst>
          </p:cNvPr>
          <p:cNvSpPr>
            <a:spLocks xmlns:a="http://schemas.openxmlformats.org/drawingml/2006/main" noGrp="1"/>
          </p:cNvSpPr>
          <p:nvPr/>
        </p:nvSpPr>
        <p:spPr>
          <a:xfrm xmlns:a="http://schemas.openxmlformats.org/drawingml/2006/main">
            <a:off x="7429500" y="4057650"/>
            <a:ext cx="895350" cy="190500"/>
          </a:xfrm>
          <a:prstGeom xmlns:a="http://schemas.openxmlformats.org/drawingml/2006/main" prst="roundRect">
            <a:avLst>
              <a:gd name="adj" fmla="val 25000"/>
            </a:avLst>
          </a:prstGeom>
          <a:solidFill xmlns:a="http://schemas.openxmlformats.org/drawingml/2006/main">
            <a:srgbClr val="070A08"/>
          </a:solidFill>
          <a:ln xmlns:a="http://schemas.openxmlformats.org/drawingml/2006/main" w="9525">
            <a:solidFill>
              <a:srgbClr val="B9FF2C"/>
            </a:solidFill>
            <a:prstDash val="solid"/>
          </a:ln>
        </p:spPr>
      </p:sp>
      <p:sp>
        <p:nvSpPr>
          <p:cNvPr id="28" name="직사각형 27">
            <a:extLst xmlns:a="http://schemas.openxmlformats.org/drawingml/2006/main">
              <a:ext uri="{FF2B5EF4-FFF2-40B4-BE49-F238E27FC236}">
                <a16:creationId xmlns:a16="http://schemas.microsoft.com/office/drawing/2014/main" id="{4736EE5A-A2D3-42C0-BAE2-618BBE8EDCFA}"/>
              </a:ext>
            </a:extLst>
          </p:cNvPr>
          <p:cNvSpPr>
            <a:spLocks xmlns:a="http://schemas.openxmlformats.org/drawingml/2006/main" noGrp="1"/>
          </p:cNvSpPr>
          <p:nvPr/>
        </p:nvSpPr>
        <p:spPr>
          <a:xfrm xmlns:a="http://schemas.openxmlformats.org/drawingml/2006/main">
            <a:off x="7505700" y="4090761"/>
            <a:ext cx="742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600" b="1">
                <a:solidFill>
                  <a:srgbClr val="B9FF2C"/>
                </a:solidFill>
                <a:latin typeface="Pretendard"/>
                <a:ea typeface="Pretendard"/>
                <a:cs typeface="Pretendard"/>
              </a:defRPr>
            </a:pPr>
            <a:r>
              <a:rPr sz="1050" b="1">
                <a:solidFill>
                  <a:srgbClr val="B9FF2C"/>
                </a:solidFill>
                <a:latin typeface="Pretendard"/>
                <a:ea typeface="Pretendard"/>
                <a:cs typeface="Pretendard"/>
              </a:rPr>
              <a:t>페이스</a:t>
            </a:r>
          </a:p>
        </p:txBody>
      </p:sp>
      <p:sp>
        <p:nvSpPr>
          <p:cNvPr id="30" name="모서리가 둥근 직사각형 29">
            <a:extLst xmlns:a="http://schemas.openxmlformats.org/drawingml/2006/main">
              <a:ext uri="{FF2B5EF4-FFF2-40B4-BE49-F238E27FC236}">
                <a16:creationId xmlns:a16="http://schemas.microsoft.com/office/drawing/2014/main" id="{65C97EA4-4B75-46C9-B2ED-A748AFC64DBC}"/>
              </a:ext>
            </a:extLst>
          </p:cNvPr>
          <p:cNvSpPr>
            <a:spLocks xmlns:a="http://schemas.openxmlformats.org/drawingml/2006/main" noGrp="1"/>
          </p:cNvSpPr>
          <p:nvPr/>
        </p:nvSpPr>
        <p:spPr>
          <a:xfrm xmlns:a="http://schemas.openxmlformats.org/drawingml/2006/main">
            <a:off x="8972550" y="1809750"/>
            <a:ext cx="2819400" cy="3143250"/>
          </a:xfrm>
          <a:prstGeom xmlns:a="http://schemas.openxmlformats.org/drawingml/2006/main" prst="roundRect">
            <a:avLst>
              <a:gd name="adj" fmla="val 4054"/>
            </a:avLst>
          </a:prstGeom>
          <a:solidFill xmlns:a="http://schemas.openxmlformats.org/drawingml/2006/main">
            <a:srgbClr val="101512"/>
          </a:solidFill>
          <a:ln xmlns:a="http://schemas.openxmlformats.org/drawingml/2006/main" w="9525">
            <a:solidFill>
              <a:srgbClr val="283029"/>
            </a:solidFill>
            <a:prstDash val="solid"/>
          </a:ln>
        </p:spPr>
      </p:sp>
      <p:sp>
        <p:nvSpPr>
          <p:cNvPr id="31" name="직사각형 30">
            <a:extLst xmlns:a="http://schemas.openxmlformats.org/drawingml/2006/main">
              <a:ext uri="{FF2B5EF4-FFF2-40B4-BE49-F238E27FC236}">
                <a16:creationId xmlns:a16="http://schemas.microsoft.com/office/drawing/2014/main" id="{27519187-5BCD-469C-95CA-9B6254739679}"/>
              </a:ext>
            </a:extLst>
          </p:cNvPr>
          <p:cNvSpPr>
            <a:spLocks xmlns:a="http://schemas.openxmlformats.org/drawingml/2006/main" noGrp="1"/>
          </p:cNvSpPr>
          <p:nvPr/>
        </p:nvSpPr>
        <p:spPr>
          <a:xfrm xmlns:a="http://schemas.openxmlformats.org/drawingml/2006/main">
            <a:off x="9124950" y="1962150"/>
            <a:ext cx="266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750" b="1">
                <a:solidFill>
                  <a:srgbClr val="B9FF2C"/>
                </a:solidFill>
                <a:latin typeface="Pretendard"/>
                <a:ea typeface="Pretendard"/>
                <a:cs typeface="Pretendard"/>
              </a:defRPr>
            </a:pPr>
            <a:r>
              <a:rPr sz="1050" b="1">
                <a:solidFill>
                  <a:srgbClr val="B9FF2C"/>
                </a:solidFill>
                <a:latin typeface="Pretendard"/>
                <a:ea typeface="Pretendard"/>
                <a:cs typeface="Pretendard"/>
              </a:rPr>
              <a:t>04</a:t>
            </a:r>
          </a:p>
        </p:txBody>
      </p:sp>
      <p:sp>
        <p:nvSpPr>
          <p:cNvPr id="32" name="다이아몬드 31">
            <a:extLst xmlns:a="http://schemas.openxmlformats.org/drawingml/2006/main">
              <a:ext uri="{FF2B5EF4-FFF2-40B4-BE49-F238E27FC236}">
                <a16:creationId xmlns:a16="http://schemas.microsoft.com/office/drawing/2014/main" id="{667E46C1-879F-44C7-8CB3-B0D7D16301E7}"/>
              </a:ext>
            </a:extLst>
          </p:cNvPr>
          <p:cNvSpPr>
            <a:spLocks xmlns:a="http://schemas.openxmlformats.org/drawingml/2006/main" noGrp="1"/>
          </p:cNvSpPr>
          <p:nvPr/>
        </p:nvSpPr>
        <p:spPr>
          <a:xfrm xmlns:a="http://schemas.openxmlformats.org/drawingml/2006/main">
            <a:off x="9081868" y="2881792"/>
            <a:ext cx="942975" cy="990591"/>
          </a:xfrm>
          <a:prstGeom xmlns:a="http://schemas.openxmlformats.org/drawingml/2006/main" prst="diamond">
            <a:avLst/>
          </a:prstGeom>
          <a:solidFill xmlns:a="http://schemas.openxmlformats.org/drawingml/2006/main">
            <a:srgbClr val="26350E"/>
          </a:solidFill>
          <a:ln xmlns:a="http://schemas.openxmlformats.org/drawingml/2006/main" w="19050">
            <a:solidFill>
              <a:srgbClr val="B9FF2C"/>
            </a:solidFill>
            <a:prstDash val="solid"/>
          </a:ln>
        </p:spPr>
      </p:sp>
      <p:sp>
        <p:nvSpPr>
          <p:cNvPr id="33" name="직사각형 32">
            <a:extLst xmlns:a="http://schemas.openxmlformats.org/drawingml/2006/main">
              <a:ext uri="{FF2B5EF4-FFF2-40B4-BE49-F238E27FC236}">
                <a16:creationId xmlns:a16="http://schemas.microsoft.com/office/drawing/2014/main" id="{12C5C133-F54C-4C73-8AE1-CB7CEFF55777}"/>
              </a:ext>
            </a:extLst>
          </p:cNvPr>
          <p:cNvSpPr>
            <a:spLocks xmlns:a="http://schemas.openxmlformats.org/drawingml/2006/main" noGrp="1"/>
          </p:cNvSpPr>
          <p:nvPr/>
        </p:nvSpPr>
        <p:spPr>
          <a:xfrm xmlns:a="http://schemas.openxmlformats.org/drawingml/2006/main">
            <a:off x="9124950" y="3076575"/>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900" b="1">
                <a:solidFill>
                  <a:srgbClr val="F5F7F5"/>
                </a:solidFill>
                <a:latin typeface="Pretendard"/>
                <a:ea typeface="Pretendard"/>
                <a:cs typeface="Pretendard"/>
              </a:defRPr>
            </a:pPr>
            <a:r>
              <a:rPr sz="1610" b="1">
                <a:solidFill>
                  <a:srgbClr val="F5F7F5"/>
                </a:solidFill>
                <a:latin typeface="Pretendard"/>
                <a:ea typeface="Pretendard"/>
                <a:cs typeface="Pretendard"/>
              </a:rPr>
              <a:t>AI</a:t>
            </a:r>
          </a:p>
          <a:p xmlns:a="http://schemas.openxmlformats.org/drawingml/2006/main">
            <a:pPr algn="ctr">
              <a:lnSpc>
                <a:spcPct val="100000"/>
              </a:lnSpc>
              <a:buNone/>
              <a:defRPr sz="900" b="1">
                <a:solidFill>
                  <a:srgbClr val="F5F7F5"/>
                </a:solidFill>
                <a:latin typeface="Pretendard"/>
                <a:ea typeface="Pretendard"/>
                <a:cs typeface="Pretendard"/>
              </a:defRPr>
            </a:pPr>
            <a:r>
              <a:rPr sz="1610" b="1">
                <a:solidFill>
                  <a:srgbClr val="F5F7F5"/>
                </a:solidFill>
                <a:latin typeface="Pretendard"/>
                <a:ea typeface="Pretendard"/>
                <a:cs typeface="Pretendard"/>
              </a:rPr>
              <a:t>AGENT</a:t>
            </a:r>
          </a:p>
        </p:txBody>
      </p:sp>
      <p:sp>
        <p:nvSpPr>
          <p:cNvPr id="34" name="모서리가 둥근 직사각형 33">
            <a:extLst xmlns:a="http://schemas.openxmlformats.org/drawingml/2006/main">
              <a:ext uri="{FF2B5EF4-FFF2-40B4-BE49-F238E27FC236}">
                <a16:creationId xmlns:a16="http://schemas.microsoft.com/office/drawing/2014/main" id="{08226884-BA70-4A0F-820D-C236E763125F}"/>
              </a:ext>
            </a:extLst>
          </p:cNvPr>
          <p:cNvSpPr>
            <a:spLocks xmlns:a="http://schemas.openxmlformats.org/drawingml/2006/main" noGrp="1"/>
          </p:cNvSpPr>
          <p:nvPr/>
        </p:nvSpPr>
        <p:spPr>
          <a:xfrm xmlns:a="http://schemas.openxmlformats.org/drawingml/2006/main">
            <a:off x="10058400" y="2190750"/>
            <a:ext cx="1581150" cy="2324100"/>
          </a:xfrm>
          <a:prstGeom xmlns:a="http://schemas.openxmlformats.org/drawingml/2006/main" prst="roundRect">
            <a:avLst>
              <a:gd name="adj" fmla="val 4819"/>
            </a:avLst>
          </a:prstGeom>
          <a:solidFill xmlns:a="http://schemas.openxmlformats.org/drawingml/2006/main">
            <a:srgbClr val="020302"/>
          </a:solidFill>
          <a:ln xmlns:a="http://schemas.openxmlformats.org/drawingml/2006/main" w="9525">
            <a:solidFill>
              <a:srgbClr val="283029"/>
            </a:solidFill>
            <a:prstDash val="solid"/>
          </a:ln>
        </p:spPr>
      </p:sp>
      <p:pic>
        <p:nvPicPr>
          <p:cNvPr id="300" name="그림 86"/>
          <p:cNvPicPr>
            <a:picLocks xmlns:a="http://schemas.openxmlformats.org/drawingml/2006/main" noChangeAspect="1"/>
          </p:cNvPicPr>
          <p:nvPr/>
        </p:nvPicPr>
        <p:blipFill>
          <a:blip xmlns:r="http://schemas.openxmlformats.org/officeDocument/2006/relationships" xmlns:a="http://schemas.openxmlformats.org/drawingml/2006/main" r:embed="R722ad2cb8ef644a0"/>
          <a:srcRect xmlns:a="http://schemas.openxmlformats.org/drawingml/2006/main" l="0" t="16098" r="0" b="16098"/>
          <a:stretch xmlns:a="http://schemas.openxmlformats.org/drawingml/2006/main">
            <a:fillRect l="0" t="0" r="0" b="0"/>
          </a:stretch>
        </p:blipFill>
        <p:spPr>
          <a:xfrm xmlns:a="http://schemas.openxmlformats.org/drawingml/2006/main">
            <a:off x="10115550" y="2247900"/>
            <a:ext cx="1466850" cy="2209800"/>
          </a:xfrm>
          <a:prstGeom xmlns:a="http://schemas.openxmlformats.org/drawingml/2006/main" prst="rect">
            <a:avLst/>
          </a:prstGeom>
        </p:spPr>
      </p:pic>
      <p:cxnSp>
        <p:nvCxnSpPr>
          <p:cNvPr id="301" name="직선 화살표 연결선 89"/>
          <p:cNvCxnSpPr>
            <a:stCxn xmlns:a="http://schemas.openxmlformats.org/drawingml/2006/main" id="6" idx="3"/>
            <a:endCxn xmlns:a="http://schemas.openxmlformats.org/drawingml/2006/main" id="12" idx="1"/>
          </p:cNvCxnSpPr>
          <p:nvPr/>
        </p:nvCxnSpPr>
        <p:spPr>
          <a:xfrm xmlns:a="http://schemas.openxmlformats.org/drawingml/2006/main">
            <a:off x="2781300" y="3381375"/>
            <a:ext cx="476250" cy="0"/>
          </a:xfrm>
          <a:prstGeom xmlns:a="http://schemas.openxmlformats.org/drawingml/2006/main" prst="straightConnector1">
            <a:avLst/>
          </a:prstGeom>
          <a:ln xmlns:a="http://schemas.openxmlformats.org/drawingml/2006/main" w="19050">
            <a:solidFill>
              <a:srgbClr val="B9FF2C"/>
            </a:solidFill>
            <a:prstDash val="solid"/>
            <a:tailEnd type="arrow" w="med" len="med"/>
          </a:ln>
        </p:spPr>
      </p:cxnSp>
      <p:cxnSp>
        <p:nvCxnSpPr>
          <p:cNvPr id="302" name="직선 화살표 연결선 90"/>
          <p:cNvCxnSpPr>
            <a:stCxn xmlns:a="http://schemas.openxmlformats.org/drawingml/2006/main" id="12" idx="3"/>
            <a:endCxn xmlns:a="http://schemas.openxmlformats.org/drawingml/2006/main" id="16" idx="1"/>
          </p:cNvCxnSpPr>
          <p:nvPr/>
        </p:nvCxnSpPr>
        <p:spPr>
          <a:xfrm xmlns:a="http://schemas.openxmlformats.org/drawingml/2006/main">
            <a:off x="5638800" y="3381375"/>
            <a:ext cx="476250" cy="0"/>
          </a:xfrm>
          <a:prstGeom xmlns:a="http://schemas.openxmlformats.org/drawingml/2006/main" prst="straightConnector1">
            <a:avLst/>
          </a:prstGeom>
          <a:ln xmlns:a="http://schemas.openxmlformats.org/drawingml/2006/main" w="19050">
            <a:solidFill>
              <a:srgbClr val="B9FF2C"/>
            </a:solidFill>
            <a:prstDash val="solid"/>
            <a:tailEnd type="arrow" w="med" len="med"/>
          </a:ln>
        </p:spPr>
      </p:cxnSp>
      <p:cxnSp>
        <p:nvCxnSpPr>
          <p:cNvPr id="303" name="직선 화살표 연결선 91"/>
          <p:cNvCxnSpPr>
            <a:stCxn xmlns:a="http://schemas.openxmlformats.org/drawingml/2006/main" id="16" idx="3"/>
            <a:endCxn xmlns:a="http://schemas.openxmlformats.org/drawingml/2006/main" id="30" idx="1"/>
          </p:cNvCxnSpPr>
          <p:nvPr/>
        </p:nvCxnSpPr>
        <p:spPr>
          <a:xfrm xmlns:a="http://schemas.openxmlformats.org/drawingml/2006/main">
            <a:off x="8496300" y="3381375"/>
            <a:ext cx="476250" cy="0"/>
          </a:xfrm>
          <a:prstGeom xmlns:a="http://schemas.openxmlformats.org/drawingml/2006/main" prst="straightConnector1">
            <a:avLst/>
          </a:prstGeom>
          <a:ln xmlns:a="http://schemas.openxmlformats.org/drawingml/2006/main" w="19050">
            <a:solidFill>
              <a:srgbClr val="42D9D0"/>
            </a:solidFill>
            <a:prstDash val="solid"/>
            <a:tailEnd type="arrow" w="med" len="med"/>
          </a:ln>
        </p:spPr>
      </p:cxnSp>
      <p:sp>
        <p:nvSpPr>
          <p:cNvPr id="44" name="직사각형 43">
            <a:extLst xmlns:a="http://schemas.openxmlformats.org/drawingml/2006/main">
              <a:ext uri="{FF2B5EF4-FFF2-40B4-BE49-F238E27FC236}">
                <a16:creationId xmlns:a16="http://schemas.microsoft.com/office/drawing/2014/main" id="{F4D8A102-8279-4A68-893C-FE61AD5CB8E3}"/>
              </a:ext>
            </a:extLst>
          </p:cNvPr>
          <p:cNvSpPr>
            <a:spLocks xmlns:a="http://schemas.openxmlformats.org/drawingml/2006/main" noGrp="1"/>
          </p:cNvSpPr>
          <p:nvPr/>
        </p:nvSpPr>
        <p:spPr>
          <a:xfrm xmlns:a="http://schemas.openxmlformats.org/drawingml/2006/main">
            <a:off x="400050" y="525780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675" b="1">
                <a:solidFill>
                  <a:srgbClr val="B9FF2C"/>
                </a:solidFill>
                <a:latin typeface="Pretendard"/>
                <a:ea typeface="Pretendard"/>
                <a:cs typeface="Pretendard"/>
              </a:defRPr>
            </a:pPr>
            <a:r>
              <a:rPr sz="1050" b="1">
                <a:solidFill>
                  <a:srgbClr val="B9FF2C"/>
                </a:solidFill>
                <a:latin typeface="Pretendard"/>
                <a:ea typeface="Pretendard"/>
                <a:cs typeface="Pretendard"/>
              </a:rPr>
              <a:t>VIDEO</a:t>
            </a:r>
          </a:p>
        </p:txBody>
      </p:sp>
      <p:sp>
        <p:nvSpPr>
          <p:cNvPr id="46" name="직사각형 45">
            <a:extLst xmlns:a="http://schemas.openxmlformats.org/drawingml/2006/main">
              <a:ext uri="{FF2B5EF4-FFF2-40B4-BE49-F238E27FC236}">
                <a16:creationId xmlns:a16="http://schemas.microsoft.com/office/drawing/2014/main" id="{F7529E28-FB37-46E0-9622-2CC0313EF958}"/>
              </a:ext>
            </a:extLst>
          </p:cNvPr>
          <p:cNvSpPr>
            <a:spLocks xmlns:a="http://schemas.openxmlformats.org/drawingml/2006/main" noGrp="1"/>
          </p:cNvSpPr>
          <p:nvPr/>
        </p:nvSpPr>
        <p:spPr>
          <a:xfrm xmlns:a="http://schemas.openxmlformats.org/drawingml/2006/main">
            <a:off x="3257550" y="525780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675" b="1">
                <a:solidFill>
                  <a:srgbClr val="B9FF2C"/>
                </a:solidFill>
                <a:latin typeface="Pretendard"/>
                <a:ea typeface="Pretendard"/>
                <a:cs typeface="Pretendard"/>
              </a:defRPr>
            </a:pPr>
            <a:r>
              <a:rPr sz="1050" b="1">
                <a:solidFill>
                  <a:srgbClr val="B9FF2C"/>
                </a:solidFill>
                <a:latin typeface="Pretendard"/>
                <a:ea typeface="Pretendard"/>
                <a:cs typeface="Pretendard"/>
              </a:rPr>
              <a:t>HUMAN POSE ESTIMATION</a:t>
            </a:r>
          </a:p>
        </p:txBody>
      </p:sp>
      <p:sp>
        <p:nvSpPr>
          <p:cNvPr id="48" name="직사각형 47">
            <a:extLst xmlns:a="http://schemas.openxmlformats.org/drawingml/2006/main">
              <a:ext uri="{FF2B5EF4-FFF2-40B4-BE49-F238E27FC236}">
                <a16:creationId xmlns:a16="http://schemas.microsoft.com/office/drawing/2014/main" id="{66376C2C-F9CD-4A80-8B2F-4D3D7F227288}"/>
              </a:ext>
            </a:extLst>
          </p:cNvPr>
          <p:cNvSpPr>
            <a:spLocks xmlns:a="http://schemas.openxmlformats.org/drawingml/2006/main" noGrp="1"/>
          </p:cNvSpPr>
          <p:nvPr/>
        </p:nvSpPr>
        <p:spPr>
          <a:xfrm xmlns:a="http://schemas.openxmlformats.org/drawingml/2006/main">
            <a:off x="6115050" y="525780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675" b="1">
                <a:solidFill>
                  <a:srgbClr val="B9FF2C"/>
                </a:solidFill>
                <a:latin typeface="Pretendard"/>
                <a:ea typeface="Pretendard"/>
                <a:cs typeface="Pretendard"/>
              </a:defRPr>
            </a:pPr>
            <a:r>
              <a:rPr sz="1050" b="1">
                <a:solidFill>
                  <a:srgbClr val="B9FF2C"/>
                </a:solidFill>
                <a:latin typeface="Pretendard"/>
                <a:ea typeface="Pretendard"/>
                <a:cs typeface="Pretendard"/>
              </a:rPr>
              <a:t>FEATURE EXTRACT</a:t>
            </a:r>
          </a:p>
        </p:txBody>
      </p:sp>
      <p:sp>
        <p:nvSpPr>
          <p:cNvPr id="49" name="직사각형 48">
            <a:extLst xmlns:a="http://schemas.openxmlformats.org/drawingml/2006/main">
              <a:ext uri="{FF2B5EF4-FFF2-40B4-BE49-F238E27FC236}">
                <a16:creationId xmlns:a16="http://schemas.microsoft.com/office/drawing/2014/main" id="{74C2652E-1C94-4F8B-BB28-BB9A1F5A223E}"/>
              </a:ext>
            </a:extLst>
          </p:cNvPr>
          <p:cNvSpPr>
            <a:spLocks xmlns:a="http://schemas.openxmlformats.org/drawingml/2006/main" noGrp="1"/>
          </p:cNvSpPr>
          <p:nvPr/>
        </p:nvSpPr>
        <p:spPr>
          <a:xfrm xmlns:a="http://schemas.openxmlformats.org/drawingml/2006/main">
            <a:off x="6161766" y="4665888"/>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1">
                <a:solidFill>
                  <a:srgbClr val="F5F7F5"/>
                </a:solidFill>
                <a:latin typeface="Pretendard"/>
                <a:ea typeface="Pretendard"/>
                <a:cs typeface="Pretendard"/>
              </a:defRPr>
            </a:pPr>
            <a:r>
              <a:rPr sz="1600" b="1">
                <a:solidFill>
                  <a:srgbClr val="F5F7F5"/>
                </a:solidFill>
                <a:latin typeface="Pretendard"/>
                <a:ea typeface="Pretendard"/>
                <a:cs typeface="Pretendard"/>
              </a:rPr>
              <a:t>논문 기반 피처 계산</a:t>
            </a:r>
          </a:p>
        </p:txBody>
      </p:sp>
      <p:sp>
        <p:nvSpPr>
          <p:cNvPr id="50" name="직사각형 49">
            <a:extLst xmlns:a="http://schemas.openxmlformats.org/drawingml/2006/main">
              <a:ext uri="{FF2B5EF4-FFF2-40B4-BE49-F238E27FC236}">
                <a16:creationId xmlns:a16="http://schemas.microsoft.com/office/drawing/2014/main" id="{53E71073-A5DF-481A-B840-F1DEF5A3D65B}"/>
              </a:ext>
            </a:extLst>
          </p:cNvPr>
          <p:cNvSpPr>
            <a:spLocks xmlns:a="http://schemas.openxmlformats.org/drawingml/2006/main" noGrp="1"/>
          </p:cNvSpPr>
          <p:nvPr/>
        </p:nvSpPr>
        <p:spPr>
          <a:xfrm xmlns:a="http://schemas.openxmlformats.org/drawingml/2006/main">
            <a:off x="8972550" y="5257800"/>
            <a:ext cx="2819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675" b="1">
                <a:solidFill>
                  <a:srgbClr val="B9FF2C"/>
                </a:solidFill>
                <a:latin typeface="Pretendard"/>
                <a:ea typeface="Pretendard"/>
                <a:cs typeface="Pretendard"/>
              </a:defRPr>
            </a:pPr>
            <a:r>
              <a:rPr sz="1050" b="1">
                <a:solidFill>
                  <a:srgbClr val="B9FF2C"/>
                </a:solidFill>
                <a:latin typeface="Pretendard"/>
                <a:ea typeface="Pretendard"/>
                <a:cs typeface="Pretendard"/>
              </a:rPr>
              <a:t>REPORT</a:t>
            </a:r>
          </a:p>
        </p:txBody>
      </p:sp>
      <p:sp>
        <p:nvSpPr>
          <p:cNvPr id="51" name="직사각형 50">
            <a:extLst xmlns:a="http://schemas.openxmlformats.org/drawingml/2006/main">
              <a:ext uri="{FF2B5EF4-FFF2-40B4-BE49-F238E27FC236}">
                <a16:creationId xmlns:a16="http://schemas.microsoft.com/office/drawing/2014/main" id="{D854EFAA-5CA8-4295-A71B-AE736A5BC423}"/>
              </a:ext>
            </a:extLst>
          </p:cNvPr>
          <p:cNvSpPr>
            <a:spLocks xmlns:a="http://schemas.openxmlformats.org/drawingml/2006/main" noGrp="1"/>
          </p:cNvSpPr>
          <p:nvPr/>
        </p:nvSpPr>
        <p:spPr>
          <a:xfrm xmlns:a="http://schemas.openxmlformats.org/drawingml/2006/main">
            <a:off x="8972550" y="4656363"/>
            <a:ext cx="2819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1">
                <a:solidFill>
                  <a:srgbClr val="F5F7F5"/>
                </a:solidFill>
                <a:latin typeface="Pretendard"/>
                <a:ea typeface="Pretendard"/>
                <a:cs typeface="Pretendard"/>
              </a:defRPr>
            </a:pPr>
            <a:r>
              <a:rPr sz="1600" b="1">
                <a:solidFill>
                  <a:srgbClr val="F5F7F5"/>
                </a:solidFill>
                <a:latin typeface="Pretendard"/>
                <a:ea typeface="Pretendard"/>
                <a:cs typeface="Pretendard"/>
              </a:rPr>
              <a:t>에이전트 분석 · 리포트</a:t>
            </a:r>
          </a:p>
        </p:txBody>
      </p:sp>
      <p:sp>
        <p:nvSpPr>
          <p:cNvPr id="19" name="삼각형 18">
            <a:extLst xmlns:a="http://schemas.openxmlformats.org/drawingml/2006/main">
              <a:ext uri="{FF2B5EF4-FFF2-40B4-BE49-F238E27FC236}">
                <a16:creationId xmlns:a16="http://schemas.microsoft.com/office/drawing/2014/main" id="{AC90C699-36B6-C751-6E3C-D6C6A9A7BFD7}"/>
              </a:ext>
            </a:extLst>
          </p:cNvPr>
          <p:cNvSpPr>
            <a:spLocks xmlns:a="http://schemas.openxmlformats.org/drawingml/2006/main" noGrp="1"/>
          </p:cNvSpPr>
          <p:nvPr/>
        </p:nvSpPr>
        <p:spPr>
          <a:xfrm xmlns:a="http://schemas.openxmlformats.org/drawingml/2006/main" rot="5400000">
            <a:off x="1494527" y="3127585"/>
            <a:ext cx="265339" cy="218648"/>
          </a:xfrm>
          <a:prstGeom xmlns:a="http://schemas.openxmlformats.org/drawingml/2006/main" prst="triangle">
            <a:avLst/>
          </a:prstGeom>
          <a:solidFill xmlns:a="http://schemas.openxmlformats.org/drawingml/2006/main">
            <a:srgbClr val="B9FF2D"/>
          </a:solidFill>
          <a:ln xmlns:a="http://schemas.openxmlformats.org/drawingml/2006/main">
            <a:solidFill>
              <a:srgbClr val="B9FF2D"/>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extLst>
      <p:ext uri="{BB962C8B-B14F-4D97-AF65-F5344CB8AC3E}">
        <p14:creationId xmlns:p14="http://schemas.microsoft.com/office/powerpoint/2010/main" val="157828312"/>
      </p:ext>
    </p:extLst>
  </p:cSld>
</p:sld>
</file>

<file path=ppt/slides/slide7.xml><?xml version="1.0" encoding="utf-8"?>
<p:sld xmlns:p="http://schemas.openxmlformats.org/presentationml/2006/main">
  <p:cSld>
    <p:bg>
      <p:bgPr>
        <a:solidFill xmlns:a="http://schemas.openxmlformats.org/drawingml/2006/main">
          <a:srgbClr val="070A08"/>
        </a:solidFill>
      </p:bgPr>
    </p:bg>
    <p:spTree>
      <p:nvGrpSpPr>
        <p:cNvPr id="1" name=""/>
        <p:cNvGrpSpPr/>
        <p:nvPr/>
      </p:nvGrpSpPr>
      <p:grpSpPr>
        <a:xfrm xmlns:a="http://schemas.openxmlformats.org/drawingml/2006/main"/>
      </p:grpSpPr>
      <p:sp>
        <p:nvSpPr>
          <p:cNvPr id="67" name="직사각형 66">
            <a:extLst xmlns:a="http://schemas.openxmlformats.org/drawingml/2006/main">
              <a:ext uri="{FF2B5EF4-FFF2-40B4-BE49-F238E27FC236}">
                <a16:creationId xmlns:a16="http://schemas.microsoft.com/office/drawing/2014/main" id="{B802E27D-CCE4-47D5-8462-A973CF431813}"/>
              </a:ext>
            </a:extLst>
          </p:cNvPr>
          <p:cNvSpPr>
            <a:spLocks xmlns:a="http://schemas.openxmlformats.org/drawingml/2006/main" noGrp="1"/>
          </p:cNvSpPr>
          <p:nvPr/>
        </p:nvSpPr>
        <p:spPr>
          <a:xfrm xmlns:a="http://schemas.openxmlformats.org/drawingml/2006/main">
            <a:off x="400050" y="228600"/>
            <a:ext cx="4572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750" b="1">
                <a:solidFill>
                  <a:srgbClr val="B9FF2C"/>
                </a:solidFill>
                <a:latin typeface="Pretendard"/>
                <a:ea typeface="Pretendard"/>
                <a:cs typeface="Pretendard"/>
              </a:defRPr>
            </a:pPr>
            <a:r>
              <a:rPr sz="1610" b="1">
                <a:solidFill>
                  <a:srgbClr val="B9FF2C"/>
                </a:solidFill>
                <a:latin typeface="Pretendard"/>
                <a:ea typeface="Pretendard"/>
                <a:cs typeface="Pretendard"/>
              </a:rPr>
              <a:t>04 · 분석 파이프라인</a:t>
            </a:r>
          </a:p>
        </p:txBody>
      </p:sp>
      <p:sp>
        <p:nvSpPr>
          <p:cNvPr id="2" name="직사각형 1">
            <a:extLst xmlns:a="http://schemas.openxmlformats.org/drawingml/2006/main">
              <a:ext uri="{FF2B5EF4-FFF2-40B4-BE49-F238E27FC236}">
                <a16:creationId xmlns:a16="http://schemas.microsoft.com/office/drawing/2014/main" id="{195E9314-7CF7-46B4-8891-80964B551046}"/>
              </a:ext>
            </a:extLst>
          </p:cNvPr>
          <p:cNvSpPr>
            <a:spLocks xmlns:a="http://schemas.openxmlformats.org/drawingml/2006/main" noGrp="1"/>
          </p:cNvSpPr>
          <p:nvPr/>
        </p:nvSpPr>
        <p:spPr>
          <a:xfrm xmlns:a="http://schemas.openxmlformats.org/drawingml/2006/main">
            <a:off x="11372850" y="2286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750" b="0">
                <a:solidFill>
                  <a:srgbClr val="98A099"/>
                </a:solidFill>
                <a:latin typeface="Pretendard"/>
                <a:ea typeface="Pretendard"/>
                <a:cs typeface="Pretendard"/>
              </a:defRPr>
            </a:pPr>
            <a:r>
              <a:rPr sz="1050" b="0">
                <a:solidFill>
                  <a:srgbClr val="98A099"/>
                </a:solidFill>
                <a:latin typeface="Pretendard"/>
                <a:ea typeface="Pretendard"/>
                <a:cs typeface="Pretendard"/>
              </a:rPr>
              <a:t>07</a:t>
            </a:r>
          </a:p>
        </p:txBody>
      </p:sp>
      <p:sp>
        <p:nvSpPr>
          <p:cNvPr id="3" name="직사각형 2">
            <a:extLst xmlns:a="http://schemas.openxmlformats.org/drawingml/2006/main">
              <a:ext uri="{FF2B5EF4-FFF2-40B4-BE49-F238E27FC236}">
                <a16:creationId xmlns:a16="http://schemas.microsoft.com/office/drawing/2014/main" id="{98062C62-6D86-4698-9FB3-36F75157C42F}"/>
              </a:ext>
            </a:extLst>
          </p:cNvPr>
          <p:cNvSpPr>
            <a:spLocks xmlns:a="http://schemas.openxmlformats.org/drawingml/2006/main" noGrp="1"/>
          </p:cNvSpPr>
          <p:nvPr/>
        </p:nvSpPr>
        <p:spPr>
          <a:xfrm xmlns:a="http://schemas.openxmlformats.org/drawingml/2006/main">
            <a:off x="400050" y="685800"/>
            <a:ext cx="10839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325" b="1">
                <a:solidFill>
                  <a:srgbClr val="F5F7F5"/>
                </a:solidFill>
                <a:latin typeface="Pretendard"/>
                <a:ea typeface="Pretendard"/>
                <a:cs typeface="Pretendard"/>
              </a:defRPr>
            </a:pPr>
            <a:r>
              <a:rPr sz="3680" b="1">
                <a:solidFill>
                  <a:srgbClr val="F5F7F5"/>
                </a:solidFill>
                <a:latin typeface="Pretendard"/>
                <a:ea typeface="Pretendard"/>
                <a:cs typeface="Pretendard"/>
              </a:rPr>
              <a:t>영상 분석 파이프라인</a:t>
            </a:r>
          </a:p>
        </p:txBody>
      </p:sp>
      <p:sp>
        <p:nvSpPr>
          <p:cNvPr id="4" name="직선 연결선[R] 3">
            <a:extLst xmlns:a="http://schemas.openxmlformats.org/drawingml/2006/main">
              <a:ext uri="{FF2B5EF4-FFF2-40B4-BE49-F238E27FC236}">
                <a16:creationId xmlns:a16="http://schemas.microsoft.com/office/drawing/2014/main" id="{F36B3BB9-2E9D-40B9-83A7-40119CF0261D}"/>
              </a:ext>
            </a:extLst>
          </p:cNvPr>
          <p:cNvSpPr>
            <a:spLocks xmlns:a="http://schemas.openxmlformats.org/drawingml/2006/main" noGrp="1"/>
          </p:cNvSpPr>
          <p:nvPr/>
        </p:nvSpPr>
        <p:spPr>
          <a:xfrm xmlns:a="http://schemas.openxmlformats.org/drawingml/2006/main">
            <a:off x="400050" y="1257300"/>
            <a:ext cx="11372850" cy="0"/>
          </a:xfrm>
          <a:prstGeom xmlns:a="http://schemas.openxmlformats.org/drawingml/2006/main" prst="line">
            <a:avLst/>
          </a:prstGeom>
          <a:noFill xmlns:a="http://schemas.openxmlformats.org/drawingml/2006/main"/>
          <a:ln xmlns:a="http://schemas.openxmlformats.org/drawingml/2006/main" w="9525">
            <a:solidFill>
              <a:srgbClr val="283029"/>
            </a:solidFill>
            <a:prstDash val="solid"/>
          </a:ln>
        </p:spPr>
      </p:sp>
      <p:sp>
        <p:nvSpPr>
          <p:cNvPr id="5" name="모서리가 둥근 직사각형 4">
            <a:extLst xmlns:a="http://schemas.openxmlformats.org/drawingml/2006/main">
              <a:ext uri="{FF2B5EF4-FFF2-40B4-BE49-F238E27FC236}">
                <a16:creationId xmlns:a16="http://schemas.microsoft.com/office/drawing/2014/main" id="{CE7F76CB-C382-4089-AD35-FC1EA05688E7}"/>
              </a:ext>
            </a:extLst>
          </p:cNvPr>
          <p:cNvSpPr>
            <a:spLocks xmlns:a="http://schemas.openxmlformats.org/drawingml/2006/main" noGrp="1"/>
          </p:cNvSpPr>
          <p:nvPr/>
        </p:nvSpPr>
        <p:spPr>
          <a:xfrm xmlns:a="http://schemas.openxmlformats.org/drawingml/2006/main">
            <a:off x="371475" y="1708257"/>
            <a:ext cx="1123950" cy="552450"/>
          </a:xfrm>
          <a:prstGeom xmlns:a="http://schemas.openxmlformats.org/drawingml/2006/main" prst="roundRect">
            <a:avLst>
              <a:gd name="adj" fmla="val 15517"/>
            </a:avLst>
          </a:prstGeom>
          <a:solidFill xmlns:a="http://schemas.openxmlformats.org/drawingml/2006/main">
            <a:srgbClr val="101512"/>
          </a:solidFill>
          <a:ln xmlns:a="http://schemas.openxmlformats.org/drawingml/2006/main" w="9525">
            <a:solidFill>
              <a:srgbClr val="283029"/>
            </a:solidFill>
            <a:prstDash val="solid"/>
          </a:ln>
        </p:spPr>
      </p:sp>
      <p:sp>
        <p:nvSpPr>
          <p:cNvPr id="6" name="직사각형 5">
            <a:extLst xmlns:a="http://schemas.openxmlformats.org/drawingml/2006/main">
              <a:ext uri="{FF2B5EF4-FFF2-40B4-BE49-F238E27FC236}">
                <a16:creationId xmlns:a16="http://schemas.microsoft.com/office/drawing/2014/main" id="{45D41FCE-F5D2-4D8F-85D2-1C234E5573C0}"/>
              </a:ext>
            </a:extLst>
          </p:cNvPr>
          <p:cNvSpPr>
            <a:spLocks xmlns:a="http://schemas.openxmlformats.org/drawingml/2006/main" noGrp="1"/>
          </p:cNvSpPr>
          <p:nvPr/>
        </p:nvSpPr>
        <p:spPr>
          <a:xfrm xmlns:a="http://schemas.openxmlformats.org/drawingml/2006/main">
            <a:off x="523875" y="1889232"/>
            <a:ext cx="819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050" b="1">
                <a:solidFill>
                  <a:srgbClr val="F5F7F5"/>
                </a:solidFill>
                <a:latin typeface="Pretendard"/>
                <a:ea typeface="Pretendard"/>
                <a:cs typeface="Pretendard"/>
              </a:defRPr>
            </a:pPr>
            <a:r>
              <a:rPr sz="1466" b="1">
                <a:solidFill>
                  <a:srgbClr val="F5F7F5"/>
                </a:solidFill>
                <a:latin typeface="Pretendard"/>
                <a:ea typeface="Pretendard"/>
                <a:cs typeface="Pretendard"/>
              </a:rPr>
              <a:t>영상 입력</a:t>
            </a:r>
          </a:p>
        </p:txBody>
      </p:sp>
      <p:sp>
        <p:nvSpPr>
          <p:cNvPr id="7" name="모서리가 둥근 직사각형 6">
            <a:extLst xmlns:a="http://schemas.openxmlformats.org/drawingml/2006/main">
              <a:ext uri="{FF2B5EF4-FFF2-40B4-BE49-F238E27FC236}">
                <a16:creationId xmlns:a16="http://schemas.microsoft.com/office/drawing/2014/main" id="{C6C0ED4F-7AF8-4879-8157-0F3CB5C26DFD}"/>
              </a:ext>
            </a:extLst>
          </p:cNvPr>
          <p:cNvSpPr>
            <a:spLocks xmlns:a="http://schemas.openxmlformats.org/drawingml/2006/main" noGrp="1"/>
          </p:cNvSpPr>
          <p:nvPr/>
        </p:nvSpPr>
        <p:spPr>
          <a:xfrm xmlns:a="http://schemas.openxmlformats.org/drawingml/2006/main">
            <a:off x="1914525" y="1584272"/>
            <a:ext cx="1504950" cy="819150"/>
          </a:xfrm>
          <a:prstGeom xmlns:a="http://schemas.openxmlformats.org/drawingml/2006/main" prst="roundRect">
            <a:avLst>
              <a:gd name="adj" fmla="val 11628"/>
            </a:avLst>
          </a:prstGeom>
          <a:solidFill xmlns:a="http://schemas.openxmlformats.org/drawingml/2006/main">
            <a:srgbClr val="151B17"/>
          </a:solidFill>
          <a:ln xmlns:a="http://schemas.openxmlformats.org/drawingml/2006/main" w="19050">
            <a:solidFill>
              <a:srgbClr val="B9FF2C"/>
            </a:solidFill>
            <a:prstDash val="solid"/>
          </a:ln>
        </p:spPr>
      </p:sp>
      <p:sp>
        <p:nvSpPr>
          <p:cNvPr id="8" name="직사각형 7">
            <a:extLst xmlns:a="http://schemas.openxmlformats.org/drawingml/2006/main">
              <a:ext uri="{FF2B5EF4-FFF2-40B4-BE49-F238E27FC236}">
                <a16:creationId xmlns:a16="http://schemas.microsoft.com/office/drawing/2014/main" id="{DDF1FA68-069A-4CE4-B6B9-A8836973D889}"/>
              </a:ext>
            </a:extLst>
          </p:cNvPr>
          <p:cNvSpPr>
            <a:spLocks xmlns:a="http://schemas.openxmlformats.org/drawingml/2006/main" noGrp="1"/>
          </p:cNvSpPr>
          <p:nvPr/>
        </p:nvSpPr>
        <p:spPr>
          <a:xfrm xmlns:a="http://schemas.openxmlformats.org/drawingml/2006/main">
            <a:off x="2066925" y="1814393"/>
            <a:ext cx="1200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050" b="1">
                <a:solidFill>
                  <a:srgbClr val="F5F7F5"/>
                </a:solidFill>
                <a:latin typeface="Pretendard"/>
                <a:ea typeface="Pretendard"/>
                <a:cs typeface="Pretendard"/>
              </a:defRPr>
            </a:pPr>
            <a:r>
              <a:rPr sz="1466" b="1">
                <a:solidFill>
                  <a:srgbClr val="F5F7F5"/>
                </a:solidFill>
                <a:latin typeface="Pretendard"/>
                <a:ea typeface="Pretendard"/>
                <a:cs typeface="Pretendard"/>
              </a:rPr>
              <a:t>프레임 단위로 분할</a:t>
            </a:r>
          </a:p>
        </p:txBody>
      </p:sp>
      <p:sp>
        <p:nvSpPr>
          <p:cNvPr id="9" name="모서리가 둥근 직사각형 8">
            <a:extLst xmlns:a="http://schemas.openxmlformats.org/drawingml/2006/main">
              <a:ext uri="{FF2B5EF4-FFF2-40B4-BE49-F238E27FC236}">
                <a16:creationId xmlns:a16="http://schemas.microsoft.com/office/drawing/2014/main" id="{D874B934-69C4-47A2-8CBA-4D6529745BBC}"/>
              </a:ext>
            </a:extLst>
          </p:cNvPr>
          <p:cNvSpPr>
            <a:spLocks xmlns:a="http://schemas.openxmlformats.org/drawingml/2006/main" noGrp="1"/>
          </p:cNvSpPr>
          <p:nvPr/>
        </p:nvSpPr>
        <p:spPr>
          <a:xfrm xmlns:a="http://schemas.openxmlformats.org/drawingml/2006/main">
            <a:off x="6286500" y="1409700"/>
            <a:ext cx="2133600" cy="2266950"/>
          </a:xfrm>
          <a:prstGeom xmlns:a="http://schemas.openxmlformats.org/drawingml/2006/main" prst="roundRect">
            <a:avLst>
              <a:gd name="adj" fmla="val 5357"/>
            </a:avLst>
          </a:prstGeom>
          <a:solidFill xmlns:a="http://schemas.openxmlformats.org/drawingml/2006/main">
            <a:srgbClr val="151B17"/>
          </a:solidFill>
          <a:ln xmlns:a="http://schemas.openxmlformats.org/drawingml/2006/main" w="9525">
            <a:solidFill>
              <a:srgbClr val="283029"/>
            </a:solidFill>
            <a:prstDash val="solid"/>
          </a:ln>
        </p:spPr>
      </p:sp>
      <p:sp>
        <p:nvSpPr>
          <p:cNvPr id="12" name="다이아몬드 11">
            <a:extLst xmlns:a="http://schemas.openxmlformats.org/drawingml/2006/main">
              <a:ext uri="{FF2B5EF4-FFF2-40B4-BE49-F238E27FC236}">
                <a16:creationId xmlns:a16="http://schemas.microsoft.com/office/drawing/2014/main" id="{325CC63E-2C1C-44AC-8BDE-D6C4D4FB519E}"/>
              </a:ext>
            </a:extLst>
          </p:cNvPr>
          <p:cNvSpPr>
            <a:spLocks xmlns:a="http://schemas.openxmlformats.org/drawingml/2006/main" noGrp="1"/>
          </p:cNvSpPr>
          <p:nvPr/>
        </p:nvSpPr>
        <p:spPr>
          <a:xfrm xmlns:a="http://schemas.openxmlformats.org/drawingml/2006/main">
            <a:off x="6591300" y="2266950"/>
            <a:ext cx="1524000" cy="590550"/>
          </a:xfrm>
          <a:prstGeom xmlns:a="http://schemas.openxmlformats.org/drawingml/2006/main" prst="diamond">
            <a:avLst/>
          </a:prstGeom>
          <a:solidFill xmlns:a="http://schemas.openxmlformats.org/drawingml/2006/main">
            <a:srgbClr val="101512"/>
          </a:solidFill>
          <a:ln xmlns:a="http://schemas.openxmlformats.org/drawingml/2006/main" w="9525">
            <a:solidFill>
              <a:srgbClr val="283029"/>
            </a:solidFill>
            <a:prstDash val="solid"/>
          </a:ln>
        </p:spPr>
      </p:sp>
      <p:sp>
        <p:nvSpPr>
          <p:cNvPr id="13" name="직사각형 12">
            <a:extLst xmlns:a="http://schemas.openxmlformats.org/drawingml/2006/main">
              <a:ext uri="{FF2B5EF4-FFF2-40B4-BE49-F238E27FC236}">
                <a16:creationId xmlns:a16="http://schemas.microsoft.com/office/drawing/2014/main" id="{37291D2A-2AD6-4B9B-9E62-64EA273D49D1}"/>
              </a:ext>
            </a:extLst>
          </p:cNvPr>
          <p:cNvSpPr>
            <a:spLocks xmlns:a="http://schemas.openxmlformats.org/drawingml/2006/main" noGrp="1"/>
          </p:cNvSpPr>
          <p:nvPr/>
        </p:nvSpPr>
        <p:spPr>
          <a:xfrm xmlns:a="http://schemas.openxmlformats.org/drawingml/2006/main">
            <a:off x="6819900" y="2466975"/>
            <a:ext cx="106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900" b="1">
                <a:solidFill>
                  <a:srgbClr val="F5F7F5"/>
                </a:solidFill>
                <a:latin typeface="Pretendard"/>
                <a:ea typeface="Pretendard"/>
                <a:cs typeface="Pretendard"/>
              </a:defRPr>
            </a:pPr>
            <a:r>
              <a:rPr sz="1207" b="1">
                <a:solidFill>
                  <a:srgbClr val="F5F7F5"/>
                </a:solidFill>
                <a:latin typeface="Pretendard"/>
                <a:ea typeface="Pretendard"/>
                <a:cs typeface="Pretendard"/>
              </a:rPr>
              <a:t>촬영 규격 검사</a:t>
            </a:r>
          </a:p>
        </p:txBody>
      </p:sp>
      <p:sp>
        <p:nvSpPr>
          <p:cNvPr id="14" name="다이아몬드 13">
            <a:extLst xmlns:a="http://schemas.openxmlformats.org/drawingml/2006/main">
              <a:ext uri="{FF2B5EF4-FFF2-40B4-BE49-F238E27FC236}">
                <a16:creationId xmlns:a16="http://schemas.microsoft.com/office/drawing/2014/main" id="{79CFD39C-5D16-40DB-9AD9-A1DB792B7182}"/>
              </a:ext>
            </a:extLst>
          </p:cNvPr>
          <p:cNvSpPr>
            <a:spLocks xmlns:a="http://schemas.openxmlformats.org/drawingml/2006/main" noGrp="1"/>
          </p:cNvSpPr>
          <p:nvPr/>
        </p:nvSpPr>
        <p:spPr>
          <a:xfrm xmlns:a="http://schemas.openxmlformats.org/drawingml/2006/main">
            <a:off x="6591300" y="2971800"/>
            <a:ext cx="1524000" cy="590550"/>
          </a:xfrm>
          <a:prstGeom xmlns:a="http://schemas.openxmlformats.org/drawingml/2006/main" prst="diamond">
            <a:avLst/>
          </a:prstGeom>
          <a:solidFill xmlns:a="http://schemas.openxmlformats.org/drawingml/2006/main">
            <a:srgbClr val="26350E"/>
          </a:solidFill>
          <a:ln xmlns:a="http://schemas.openxmlformats.org/drawingml/2006/main" w="19050">
            <a:solidFill>
              <a:srgbClr val="B9FF2C"/>
            </a:solidFill>
            <a:prstDash val="solid"/>
          </a:ln>
        </p:spPr>
      </p:sp>
      <p:sp>
        <p:nvSpPr>
          <p:cNvPr id="15" name="직사각형 14">
            <a:extLst xmlns:a="http://schemas.openxmlformats.org/drawingml/2006/main">
              <a:ext uri="{FF2B5EF4-FFF2-40B4-BE49-F238E27FC236}">
                <a16:creationId xmlns:a16="http://schemas.microsoft.com/office/drawing/2014/main" id="{07BC77D7-31A7-40A9-B7DC-03B7762A5EA4}"/>
              </a:ext>
            </a:extLst>
          </p:cNvPr>
          <p:cNvSpPr>
            <a:spLocks xmlns:a="http://schemas.openxmlformats.org/drawingml/2006/main" noGrp="1"/>
          </p:cNvSpPr>
          <p:nvPr/>
        </p:nvSpPr>
        <p:spPr>
          <a:xfrm xmlns:a="http://schemas.openxmlformats.org/drawingml/2006/main">
            <a:off x="6858000" y="3105150"/>
            <a:ext cx="990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825" b="1">
                <a:solidFill>
                  <a:srgbClr val="F5F7F5"/>
                </a:solidFill>
                <a:latin typeface="Pretendard"/>
                <a:ea typeface="Pretendard"/>
                <a:cs typeface="Pretendard"/>
              </a:defRPr>
            </a:pPr>
            <a:r>
              <a:rPr sz="1121" b="1">
                <a:solidFill>
                  <a:srgbClr val="F5F7F5"/>
                </a:solidFill>
                <a:latin typeface="Pretendard"/>
                <a:ea typeface="Pretendard"/>
                <a:cs typeface="Pretendard"/>
              </a:rPr>
              <a:t>human pose</a:t>
            </a:r>
          </a:p>
          <a:p xmlns:a="http://schemas.openxmlformats.org/drawingml/2006/main">
            <a:pPr algn="ctr">
              <a:lnSpc>
                <a:spcPct val="100000"/>
              </a:lnSpc>
              <a:buNone/>
              <a:defRPr sz="825" b="1">
                <a:solidFill>
                  <a:srgbClr val="F5F7F5"/>
                </a:solidFill>
                <a:latin typeface="Pretendard"/>
                <a:ea typeface="Pretendard"/>
                <a:cs typeface="Pretendard"/>
              </a:defRPr>
            </a:pPr>
            <a:r>
              <a:rPr sz="1121" b="1">
                <a:solidFill>
                  <a:srgbClr val="F5F7F5"/>
                </a:solidFill>
                <a:latin typeface="Pretendard"/>
                <a:ea typeface="Pretendard"/>
                <a:cs typeface="Pretendard"/>
              </a:rPr>
              <a:t>estimation</a:t>
            </a:r>
          </a:p>
        </p:txBody>
      </p:sp>
      <p:sp>
        <p:nvSpPr>
          <p:cNvPr id="16" name="모서리가 둥근 직사각형 15">
            <a:extLst xmlns:a="http://schemas.openxmlformats.org/drawingml/2006/main">
              <a:ext uri="{FF2B5EF4-FFF2-40B4-BE49-F238E27FC236}">
                <a16:creationId xmlns:a16="http://schemas.microsoft.com/office/drawing/2014/main" id="{D7CBAA8D-6A63-47AA-B54C-07F7CED96B53}"/>
              </a:ext>
            </a:extLst>
          </p:cNvPr>
          <p:cNvSpPr>
            <a:spLocks xmlns:a="http://schemas.openxmlformats.org/drawingml/2006/main" noGrp="1"/>
          </p:cNvSpPr>
          <p:nvPr/>
        </p:nvSpPr>
        <p:spPr>
          <a:xfrm xmlns:a="http://schemas.openxmlformats.org/drawingml/2006/main">
            <a:off x="9144000" y="2351034"/>
            <a:ext cx="1714500" cy="1181100"/>
          </a:xfrm>
          <a:prstGeom xmlns:a="http://schemas.openxmlformats.org/drawingml/2006/main" prst="roundRect">
            <a:avLst>
              <a:gd name="adj" fmla="val 10417"/>
            </a:avLst>
          </a:prstGeom>
          <a:solidFill xmlns:a="http://schemas.openxmlformats.org/drawingml/2006/main">
            <a:srgbClr val="101512"/>
          </a:solidFill>
          <a:ln xmlns:a="http://schemas.openxmlformats.org/drawingml/2006/main" w="9525">
            <a:solidFill>
              <a:srgbClr val="283029"/>
            </a:solidFill>
            <a:prstDash val="solid"/>
          </a:ln>
        </p:spPr>
      </p:sp>
      <p:sp>
        <p:nvSpPr>
          <p:cNvPr id="17" name="직사각형 16">
            <a:extLst xmlns:a="http://schemas.openxmlformats.org/drawingml/2006/main">
              <a:ext uri="{FF2B5EF4-FFF2-40B4-BE49-F238E27FC236}">
                <a16:creationId xmlns:a16="http://schemas.microsoft.com/office/drawing/2014/main" id="{7D6F4471-6ECC-44D4-A9E7-5807BA07AAA0}"/>
              </a:ext>
            </a:extLst>
          </p:cNvPr>
          <p:cNvSpPr>
            <a:spLocks xmlns:a="http://schemas.openxmlformats.org/drawingml/2006/main" noGrp="1"/>
          </p:cNvSpPr>
          <p:nvPr/>
        </p:nvSpPr>
        <p:spPr>
          <a:xfrm xmlns:a="http://schemas.openxmlformats.org/drawingml/2006/main">
            <a:off x="9273348" y="2438599"/>
            <a:ext cx="1485900" cy="22235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900" b="1">
                <a:solidFill>
                  <a:srgbClr val="F5F7F5"/>
                </a:solidFill>
                <a:latin typeface="Pretendard"/>
                <a:ea typeface="Pretendard"/>
                <a:cs typeface="Pretendard"/>
              </a:defRPr>
            </a:pPr>
            <a:r>
              <a:rPr sz="1207" b="1">
                <a:solidFill>
                  <a:srgbClr val="F5F7F5"/>
                </a:solidFill>
                <a:latin typeface="Pretendard"/>
                <a:ea typeface="Pretendard"/>
                <a:cs typeface="Pretendard"/>
              </a:rPr>
              <a:t>5개 프레임 임시 저장</a:t>
            </a:r>
          </a:p>
        </p:txBody>
      </p:sp>
      <p:sp>
        <p:nvSpPr>
          <p:cNvPr id="18" name="직사각형 17">
            <a:extLst xmlns:a="http://schemas.openxmlformats.org/drawingml/2006/main">
              <a:ext uri="{FF2B5EF4-FFF2-40B4-BE49-F238E27FC236}">
                <a16:creationId xmlns:a16="http://schemas.microsoft.com/office/drawing/2014/main" id="{C729C1D0-83B3-4113-A589-EFEEF580247A}"/>
              </a:ext>
            </a:extLst>
          </p:cNvPr>
          <p:cNvSpPr>
            <a:spLocks xmlns:a="http://schemas.openxmlformats.org/drawingml/2006/main" noGrp="1"/>
          </p:cNvSpPr>
          <p:nvPr/>
        </p:nvSpPr>
        <p:spPr>
          <a:xfrm xmlns:a="http://schemas.openxmlformats.org/drawingml/2006/main">
            <a:off x="9391650" y="2693934"/>
            <a:ext cx="1238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90000"/>
              </a:lnSpc>
              <a:buNone/>
              <a:defRPr sz="675" b="1">
                <a:solidFill>
                  <a:srgbClr val="98A099"/>
                </a:solidFill>
                <a:latin typeface="Pretendard"/>
                <a:ea typeface="Pretendard"/>
                <a:cs typeface="Pretendard"/>
              </a:defRPr>
            </a:pPr>
            <a:r>
              <a:rPr sz="1050" b="1">
                <a:solidFill>
                  <a:srgbClr val="98A099"/>
                </a:solidFill>
                <a:latin typeface="Pretendard"/>
                <a:ea typeface="Pretendard"/>
                <a:cs typeface="Pretendard"/>
              </a:rPr>
              <a:t>t-2 frame</a:t>
            </a:r>
          </a:p>
          <a:p xmlns:a="http://schemas.openxmlformats.org/drawingml/2006/main">
            <a:pPr algn="ctr">
              <a:lnSpc>
                <a:spcPct val="90000"/>
              </a:lnSpc>
              <a:buNone/>
              <a:defRPr sz="675" b="1">
                <a:solidFill>
                  <a:srgbClr val="98A099"/>
                </a:solidFill>
                <a:latin typeface="Pretendard"/>
                <a:ea typeface="Pretendard"/>
                <a:cs typeface="Pretendard"/>
              </a:defRPr>
            </a:pPr>
            <a:r>
              <a:rPr sz="1050" b="1">
                <a:solidFill>
                  <a:srgbClr val="98A099"/>
                </a:solidFill>
                <a:latin typeface="Pretendard"/>
                <a:ea typeface="Pretendard"/>
                <a:cs typeface="Pretendard"/>
              </a:rPr>
              <a:t>t-1 frame</a:t>
            </a:r>
          </a:p>
          <a:p xmlns:a="http://schemas.openxmlformats.org/drawingml/2006/main">
            <a:pPr algn="ctr">
              <a:lnSpc>
                <a:spcPct val="90000"/>
              </a:lnSpc>
              <a:buNone/>
              <a:defRPr sz="675" b="1">
                <a:solidFill>
                  <a:srgbClr val="98A099"/>
                </a:solidFill>
                <a:latin typeface="Pretendard"/>
                <a:ea typeface="Pretendard"/>
                <a:cs typeface="Pretendard"/>
              </a:defRPr>
            </a:pPr>
            <a:r>
              <a:rPr sz="1050" b="1">
                <a:solidFill>
                  <a:srgbClr val="98A099"/>
                </a:solidFill>
                <a:latin typeface="Pretendard"/>
                <a:ea typeface="Pretendard"/>
                <a:cs typeface="Pretendard"/>
              </a:rPr>
              <a:t>t frame</a:t>
            </a:r>
          </a:p>
          <a:p xmlns:a="http://schemas.openxmlformats.org/drawingml/2006/main">
            <a:pPr algn="ctr">
              <a:lnSpc>
                <a:spcPct val="90000"/>
              </a:lnSpc>
              <a:buNone/>
              <a:defRPr sz="675" b="1">
                <a:solidFill>
                  <a:srgbClr val="98A099"/>
                </a:solidFill>
                <a:latin typeface="Pretendard"/>
                <a:ea typeface="Pretendard"/>
                <a:cs typeface="Pretendard"/>
              </a:defRPr>
            </a:pPr>
            <a:r>
              <a:rPr sz="1050" b="1">
                <a:solidFill>
                  <a:srgbClr val="98A099"/>
                </a:solidFill>
                <a:latin typeface="Pretendard"/>
                <a:ea typeface="Pretendard"/>
                <a:cs typeface="Pretendard"/>
              </a:rPr>
              <a:t>t+1 frame</a:t>
            </a:r>
          </a:p>
          <a:p xmlns:a="http://schemas.openxmlformats.org/drawingml/2006/main">
            <a:pPr algn="ctr">
              <a:lnSpc>
                <a:spcPct val="90000"/>
              </a:lnSpc>
              <a:buNone/>
              <a:defRPr sz="675" b="1">
                <a:solidFill>
                  <a:srgbClr val="98A099"/>
                </a:solidFill>
                <a:latin typeface="Pretendard"/>
                <a:ea typeface="Pretendard"/>
                <a:cs typeface="Pretendard"/>
              </a:defRPr>
            </a:pPr>
            <a:r>
              <a:rPr sz="1050" b="1">
                <a:solidFill>
                  <a:srgbClr val="98A099"/>
                </a:solidFill>
                <a:latin typeface="Pretendard"/>
                <a:ea typeface="Pretendard"/>
                <a:cs typeface="Pretendard"/>
              </a:rPr>
              <a:t>t+2 frame</a:t>
            </a:r>
          </a:p>
        </p:txBody>
      </p:sp>
      <p:sp>
        <p:nvSpPr>
          <p:cNvPr id="19" name="모서리가 둥근 직사각형 18">
            <a:extLst xmlns:a="http://schemas.openxmlformats.org/drawingml/2006/main">
              <a:ext uri="{FF2B5EF4-FFF2-40B4-BE49-F238E27FC236}">
                <a16:creationId xmlns:a16="http://schemas.microsoft.com/office/drawing/2014/main" id="{AC8A63E6-F319-4CE4-B7EA-6E224D7103F2}"/>
              </a:ext>
            </a:extLst>
          </p:cNvPr>
          <p:cNvSpPr>
            <a:spLocks xmlns:a="http://schemas.openxmlformats.org/drawingml/2006/main" noGrp="1"/>
          </p:cNvSpPr>
          <p:nvPr/>
        </p:nvSpPr>
        <p:spPr>
          <a:xfrm xmlns:a="http://schemas.openxmlformats.org/drawingml/2006/main">
            <a:off x="8592831" y="3828489"/>
            <a:ext cx="2819400" cy="2143445"/>
          </a:xfrm>
          <a:prstGeom xmlns:a="http://schemas.openxmlformats.org/drawingml/2006/main" prst="roundRect">
            <a:avLst>
              <a:gd name="adj" fmla="val 5556"/>
            </a:avLst>
          </a:prstGeom>
          <a:solidFill xmlns:a="http://schemas.openxmlformats.org/drawingml/2006/main">
            <a:srgbClr val="151B17"/>
          </a:solidFill>
          <a:ln xmlns:a="http://schemas.openxmlformats.org/drawingml/2006/main" w="9525">
            <a:solidFill>
              <a:srgbClr val="283029"/>
            </a:solidFill>
            <a:prstDash val="solid"/>
          </a:ln>
        </p:spPr>
      </p:sp>
      <p:sp>
        <p:nvSpPr>
          <p:cNvPr id="20" name="직사각형 19">
            <a:extLst xmlns:a="http://schemas.openxmlformats.org/drawingml/2006/main">
              <a:ext uri="{FF2B5EF4-FFF2-40B4-BE49-F238E27FC236}">
                <a16:creationId xmlns:a16="http://schemas.microsoft.com/office/drawing/2014/main" id="{7ADF6F7C-3981-4B04-AA05-CAD64CA5DF7E}"/>
              </a:ext>
            </a:extLst>
          </p:cNvPr>
          <p:cNvSpPr>
            <a:spLocks xmlns:a="http://schemas.openxmlformats.org/drawingml/2006/main" noGrp="1"/>
          </p:cNvSpPr>
          <p:nvPr/>
        </p:nvSpPr>
        <p:spPr>
          <a:xfrm xmlns:a="http://schemas.openxmlformats.org/drawingml/2006/main">
            <a:off x="9431031" y="396184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975" b="1">
                <a:solidFill>
                  <a:srgbClr val="B9FF2C"/>
                </a:solidFill>
                <a:latin typeface="Pretendard"/>
                <a:ea typeface="Pretendard"/>
                <a:cs typeface="Pretendard"/>
              </a:defRPr>
            </a:pPr>
            <a:r>
              <a:rPr sz="1600" b="1">
                <a:solidFill>
                  <a:srgbClr val="B9FF2C"/>
                </a:solidFill>
                <a:latin typeface="Pretendard"/>
                <a:ea typeface="Pretendard"/>
                <a:cs typeface="Pretendard"/>
              </a:rPr>
              <a:t>Interpolation</a:t>
            </a:r>
          </a:p>
        </p:txBody>
      </p:sp>
      <p:sp>
        <p:nvSpPr>
          <p:cNvPr id="22" name="직선 연결선[R] 21">
            <a:extLst xmlns:a="http://schemas.openxmlformats.org/drawingml/2006/main">
              <a:ext uri="{FF2B5EF4-FFF2-40B4-BE49-F238E27FC236}">
                <a16:creationId xmlns:a16="http://schemas.microsoft.com/office/drawing/2014/main" id="{7A47E330-03BE-477F-ACD3-1C742A083AAC}"/>
              </a:ext>
            </a:extLst>
          </p:cNvPr>
          <p:cNvSpPr>
            <a:spLocks xmlns:a="http://schemas.openxmlformats.org/drawingml/2006/main" noGrp="1"/>
          </p:cNvSpPr>
          <p:nvPr/>
        </p:nvSpPr>
        <p:spPr>
          <a:xfrm xmlns:a="http://schemas.openxmlformats.org/drawingml/2006/main">
            <a:off x="8859531" y="4609540"/>
            <a:ext cx="2171700" cy="0"/>
          </a:xfrm>
          <a:prstGeom xmlns:a="http://schemas.openxmlformats.org/drawingml/2006/main" prst="line">
            <a:avLst/>
          </a:prstGeom>
          <a:noFill xmlns:a="http://schemas.openxmlformats.org/drawingml/2006/main"/>
          <a:ln xmlns:a="http://schemas.openxmlformats.org/drawingml/2006/main" w="9525">
            <a:solidFill>
              <a:srgbClr val="98A099"/>
            </a:solidFill>
            <a:prstDash val="solid"/>
          </a:ln>
        </p:spPr>
      </p:sp>
      <p:sp>
        <p:nvSpPr>
          <p:cNvPr id="23" name="직사각형 22">
            <a:extLst xmlns:a="http://schemas.openxmlformats.org/drawingml/2006/main">
              <a:ext uri="{FF2B5EF4-FFF2-40B4-BE49-F238E27FC236}">
                <a16:creationId xmlns:a16="http://schemas.microsoft.com/office/drawing/2014/main" id="{3A732136-68C0-445C-AA0A-A18CBEABD25F}"/>
              </a:ext>
            </a:extLst>
          </p:cNvPr>
          <p:cNvSpPr>
            <a:spLocks xmlns:a="http://schemas.openxmlformats.org/drawingml/2006/main" noGrp="1"/>
          </p:cNvSpPr>
          <p:nvPr/>
        </p:nvSpPr>
        <p:spPr>
          <a:xfrm xmlns:a="http://schemas.openxmlformats.org/drawingml/2006/main">
            <a:off x="10928937" y="4387344"/>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675" b="1">
                <a:solidFill>
                  <a:srgbClr val="98A099"/>
                </a:solidFill>
                <a:latin typeface="Pretendard"/>
                <a:ea typeface="Pretendard"/>
                <a:cs typeface="Pretendard"/>
              </a:defRPr>
            </a:pPr>
            <a:r>
              <a:rPr sz="1050" b="1">
                <a:solidFill>
                  <a:srgbClr val="98A099"/>
                </a:solidFill>
                <a:latin typeface="Pretendard"/>
                <a:ea typeface="Pretendard"/>
                <a:cs typeface="Pretendard"/>
              </a:rPr>
              <a:t>Frame</a:t>
            </a:r>
          </a:p>
        </p:txBody>
      </p:sp>
      <p:sp>
        <p:nvSpPr>
          <p:cNvPr id="24" name="자유형 23">
            <a:extLst xmlns:a="http://schemas.openxmlformats.org/drawingml/2006/main">
              <a:ext uri="{FF2B5EF4-FFF2-40B4-BE49-F238E27FC236}">
                <a16:creationId xmlns:a16="http://schemas.microsoft.com/office/drawing/2014/main" id="{D3710BDA-7B88-4A65-9FF6-35DAA342D407}"/>
              </a:ext>
            </a:extLst>
          </p:cNvPr>
          <p:cNvSpPr>
            <a:spLocks xmlns:a="http://schemas.openxmlformats.org/drawingml/2006/main" noGrp="1"/>
          </p:cNvSpPr>
          <p:nvPr/>
        </p:nvSpPr>
        <p:spPr>
          <a:xfrm xmlns:a="http://schemas.openxmlformats.org/drawingml/2006/main">
            <a:off x="8973831" y="5053932"/>
            <a:ext cx="1752600" cy="476250"/>
          </a:xfrm>
          <a:custGeom xmlns:a="http://schemas.openxmlformats.org/drawingml/2006/main">
            <a:rect l="0" t="0" r="0" b="0"/>
            <a:pathLst>
              <a:path w="1752600" h="476250">
                <a:moveTo>
                  <a:pt x="0" y="323850"/>
                </a:moveTo>
                <a:lnTo>
                  <a:pt x="438150" y="171450"/>
                </a:lnTo>
                <a:lnTo>
                  <a:pt x="876300" y="76200"/>
                </a:lnTo>
                <a:lnTo>
                  <a:pt x="1314450" y="209550"/>
                </a:lnTo>
                <a:lnTo>
                  <a:pt x="1752600" y="419100"/>
                </a:lnTo>
              </a:path>
            </a:pathLst>
          </a:custGeom>
          <a:noFill xmlns:a="http://schemas.openxmlformats.org/drawingml/2006/main"/>
          <a:ln xmlns:a="http://schemas.openxmlformats.org/drawingml/2006/main" w="19050">
            <a:solidFill>
              <a:srgbClr val="F5F7F5"/>
            </a:solidFill>
            <a:prstDash val="solid"/>
          </a:ln>
        </p:spPr>
      </p:sp>
      <p:sp>
        <p:nvSpPr>
          <p:cNvPr id="25" name="직선 연결선[R] 24">
            <a:extLst xmlns:a="http://schemas.openxmlformats.org/drawingml/2006/main">
              <a:ext uri="{FF2B5EF4-FFF2-40B4-BE49-F238E27FC236}">
                <a16:creationId xmlns:a16="http://schemas.microsoft.com/office/drawing/2014/main" id="{28C14D01-BFCE-4649-8F2C-DD59CF34A179}"/>
              </a:ext>
            </a:extLst>
          </p:cNvPr>
          <p:cNvSpPr>
            <a:spLocks xmlns:a="http://schemas.openxmlformats.org/drawingml/2006/main" noGrp="1"/>
          </p:cNvSpPr>
          <p:nvPr/>
        </p:nvSpPr>
        <p:spPr>
          <a:xfrm xmlns:a="http://schemas.openxmlformats.org/drawingml/2006/main">
            <a:off x="8973831" y="4495240"/>
            <a:ext cx="0" cy="838200"/>
          </a:xfrm>
          <a:prstGeom xmlns:a="http://schemas.openxmlformats.org/drawingml/2006/main" prst="line">
            <a:avLst/>
          </a:prstGeom>
          <a:noFill xmlns:a="http://schemas.openxmlformats.org/drawingml/2006/main"/>
          <a:ln xmlns:a="http://schemas.openxmlformats.org/drawingml/2006/main" w="9525">
            <a:solidFill>
              <a:srgbClr val="283029"/>
            </a:solidFill>
            <a:prstDash val="dash"/>
          </a:ln>
        </p:spPr>
      </p:sp>
      <p:sp>
        <p:nvSpPr>
          <p:cNvPr id="26" name="모서리가 둥근 직사각형 25">
            <a:extLst xmlns:a="http://schemas.openxmlformats.org/drawingml/2006/main">
              <a:ext uri="{FF2B5EF4-FFF2-40B4-BE49-F238E27FC236}">
                <a16:creationId xmlns:a16="http://schemas.microsoft.com/office/drawing/2014/main" id="{FF05F64B-DD80-4AA1-8D76-1E239FB7F708}"/>
              </a:ext>
            </a:extLst>
          </p:cNvPr>
          <p:cNvSpPr>
            <a:spLocks xmlns:a="http://schemas.openxmlformats.org/drawingml/2006/main" noGrp="1"/>
          </p:cNvSpPr>
          <p:nvPr/>
        </p:nvSpPr>
        <p:spPr>
          <a:xfrm xmlns:a="http://schemas.openxmlformats.org/drawingml/2006/main">
            <a:off x="8943415" y="5339682"/>
            <a:ext cx="76200" cy="76200"/>
          </a:xfrm>
          <a:prstGeom xmlns:a="http://schemas.openxmlformats.org/drawingml/2006/main" prst="roundRect">
            <a:avLst>
              <a:gd name="adj" fmla="val 50000"/>
            </a:avLst>
          </a:prstGeom>
          <a:solidFill xmlns:a="http://schemas.openxmlformats.org/drawingml/2006/main">
            <a:srgbClr val="B9FF2C"/>
          </a:solidFill>
          <a:ln xmlns:a="http://schemas.openxmlformats.org/drawingml/2006/main" w="19050">
            <a:solidFill>
              <a:srgbClr val="B9FF2C"/>
            </a:solidFill>
            <a:prstDash val="solid"/>
          </a:ln>
        </p:spPr>
      </p:sp>
      <p:sp>
        <p:nvSpPr>
          <p:cNvPr id="27" name="직사각형 26">
            <a:extLst xmlns:a="http://schemas.openxmlformats.org/drawingml/2006/main">
              <a:ext uri="{FF2B5EF4-FFF2-40B4-BE49-F238E27FC236}">
                <a16:creationId xmlns:a16="http://schemas.microsoft.com/office/drawing/2014/main" id="{D11A00AD-97AE-4C2D-9153-7AE213182334}"/>
              </a:ext>
            </a:extLst>
          </p:cNvPr>
          <p:cNvSpPr>
            <a:spLocks xmlns:a="http://schemas.openxmlformats.org/drawingml/2006/main" noGrp="1"/>
          </p:cNvSpPr>
          <p:nvPr/>
        </p:nvSpPr>
        <p:spPr>
          <a:xfrm xmlns:a="http://schemas.openxmlformats.org/drawingml/2006/main">
            <a:off x="8821431" y="4380940"/>
            <a:ext cx="304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600" b="1">
                <a:solidFill>
                  <a:srgbClr val="98A099"/>
                </a:solidFill>
                <a:latin typeface="Pretendard"/>
                <a:ea typeface="Pretendard"/>
                <a:cs typeface="Pretendard"/>
              </a:defRPr>
            </a:pPr>
            <a:r>
              <a:rPr sz="1050" b="1">
                <a:solidFill>
                  <a:srgbClr val="98A099"/>
                </a:solidFill>
                <a:latin typeface="Pretendard"/>
                <a:ea typeface="Pretendard"/>
                <a:cs typeface="Pretendard"/>
              </a:rPr>
              <a:t>t-2</a:t>
            </a:r>
          </a:p>
        </p:txBody>
      </p:sp>
      <p:sp>
        <p:nvSpPr>
          <p:cNvPr id="28" name="직선 연결선[R] 27">
            <a:extLst xmlns:a="http://schemas.openxmlformats.org/drawingml/2006/main">
              <a:ext uri="{FF2B5EF4-FFF2-40B4-BE49-F238E27FC236}">
                <a16:creationId xmlns:a16="http://schemas.microsoft.com/office/drawing/2014/main" id="{B748B22C-5397-48D1-9956-5A9FEA159E72}"/>
              </a:ext>
            </a:extLst>
          </p:cNvPr>
          <p:cNvSpPr>
            <a:spLocks xmlns:a="http://schemas.openxmlformats.org/drawingml/2006/main" noGrp="1"/>
          </p:cNvSpPr>
          <p:nvPr/>
        </p:nvSpPr>
        <p:spPr>
          <a:xfrm xmlns:a="http://schemas.openxmlformats.org/drawingml/2006/main">
            <a:off x="9411981" y="4495240"/>
            <a:ext cx="0" cy="838200"/>
          </a:xfrm>
          <a:prstGeom xmlns:a="http://schemas.openxmlformats.org/drawingml/2006/main" prst="line">
            <a:avLst/>
          </a:prstGeom>
          <a:noFill xmlns:a="http://schemas.openxmlformats.org/drawingml/2006/main"/>
          <a:ln xmlns:a="http://schemas.openxmlformats.org/drawingml/2006/main" w="9525">
            <a:solidFill>
              <a:srgbClr val="283029"/>
            </a:solidFill>
            <a:prstDash val="dash"/>
          </a:ln>
        </p:spPr>
      </p:sp>
      <p:sp>
        <p:nvSpPr>
          <p:cNvPr id="29" name="모서리가 둥근 직사각형 28">
            <a:extLst xmlns:a="http://schemas.openxmlformats.org/drawingml/2006/main">
              <a:ext uri="{FF2B5EF4-FFF2-40B4-BE49-F238E27FC236}">
                <a16:creationId xmlns:a16="http://schemas.microsoft.com/office/drawing/2014/main" id="{9B13D415-D73E-4B72-BCEB-B13C42966D4F}"/>
              </a:ext>
            </a:extLst>
          </p:cNvPr>
          <p:cNvSpPr>
            <a:spLocks xmlns:a="http://schemas.openxmlformats.org/drawingml/2006/main" noGrp="1"/>
          </p:cNvSpPr>
          <p:nvPr/>
        </p:nvSpPr>
        <p:spPr>
          <a:xfrm xmlns:a="http://schemas.openxmlformats.org/drawingml/2006/main">
            <a:off x="9373881" y="5187282"/>
            <a:ext cx="76200" cy="76200"/>
          </a:xfrm>
          <a:prstGeom xmlns:a="http://schemas.openxmlformats.org/drawingml/2006/main" prst="roundRect">
            <a:avLst>
              <a:gd name="adj" fmla="val 50000"/>
            </a:avLst>
          </a:prstGeom>
          <a:solidFill xmlns:a="http://schemas.openxmlformats.org/drawingml/2006/main">
            <a:srgbClr val="B9FF2C"/>
          </a:solidFill>
          <a:ln xmlns:a="http://schemas.openxmlformats.org/drawingml/2006/main" w="19050">
            <a:solidFill>
              <a:srgbClr val="B9FF2C"/>
            </a:solidFill>
            <a:prstDash val="solid"/>
          </a:ln>
        </p:spPr>
      </p:sp>
      <p:sp>
        <p:nvSpPr>
          <p:cNvPr id="30" name="직사각형 29">
            <a:extLst xmlns:a="http://schemas.openxmlformats.org/drawingml/2006/main">
              <a:ext uri="{FF2B5EF4-FFF2-40B4-BE49-F238E27FC236}">
                <a16:creationId xmlns:a16="http://schemas.microsoft.com/office/drawing/2014/main" id="{29FB9833-3AAE-43A2-829C-199EBDC508FC}"/>
              </a:ext>
            </a:extLst>
          </p:cNvPr>
          <p:cNvSpPr>
            <a:spLocks xmlns:a="http://schemas.openxmlformats.org/drawingml/2006/main" noGrp="1"/>
          </p:cNvSpPr>
          <p:nvPr/>
        </p:nvSpPr>
        <p:spPr>
          <a:xfrm xmlns:a="http://schemas.openxmlformats.org/drawingml/2006/main">
            <a:off x="9259581" y="4380940"/>
            <a:ext cx="304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600" b="1">
                <a:solidFill>
                  <a:srgbClr val="98A099"/>
                </a:solidFill>
                <a:latin typeface="Pretendard"/>
                <a:ea typeface="Pretendard"/>
                <a:cs typeface="Pretendard"/>
              </a:defRPr>
            </a:pPr>
            <a:r>
              <a:rPr sz="1050" b="1">
                <a:solidFill>
                  <a:srgbClr val="98A099"/>
                </a:solidFill>
                <a:latin typeface="Pretendard"/>
                <a:ea typeface="Pretendard"/>
                <a:cs typeface="Pretendard"/>
              </a:rPr>
              <a:t>t-1</a:t>
            </a:r>
          </a:p>
        </p:txBody>
      </p:sp>
      <p:sp>
        <p:nvSpPr>
          <p:cNvPr id="31" name="직선 연결선[R] 30">
            <a:extLst xmlns:a="http://schemas.openxmlformats.org/drawingml/2006/main">
              <a:ext uri="{FF2B5EF4-FFF2-40B4-BE49-F238E27FC236}">
                <a16:creationId xmlns:a16="http://schemas.microsoft.com/office/drawing/2014/main" id="{523E6B4E-E340-4F71-9289-BCD7F361F5AA}"/>
              </a:ext>
            </a:extLst>
          </p:cNvPr>
          <p:cNvSpPr>
            <a:spLocks xmlns:a="http://schemas.openxmlformats.org/drawingml/2006/main" noGrp="1"/>
          </p:cNvSpPr>
          <p:nvPr/>
        </p:nvSpPr>
        <p:spPr>
          <a:xfrm xmlns:a="http://schemas.openxmlformats.org/drawingml/2006/main">
            <a:off x="9850131" y="4495240"/>
            <a:ext cx="0" cy="838200"/>
          </a:xfrm>
          <a:prstGeom xmlns:a="http://schemas.openxmlformats.org/drawingml/2006/main" prst="line">
            <a:avLst/>
          </a:prstGeom>
          <a:noFill xmlns:a="http://schemas.openxmlformats.org/drawingml/2006/main"/>
          <a:ln xmlns:a="http://schemas.openxmlformats.org/drawingml/2006/main" w="9525">
            <a:solidFill>
              <a:srgbClr val="283029"/>
            </a:solidFill>
            <a:prstDash val="dash"/>
          </a:ln>
        </p:spPr>
      </p:sp>
      <p:sp>
        <p:nvSpPr>
          <p:cNvPr id="32" name="모서리가 둥근 직사각형 31">
            <a:extLst xmlns:a="http://schemas.openxmlformats.org/drawingml/2006/main">
              <a:ext uri="{FF2B5EF4-FFF2-40B4-BE49-F238E27FC236}">
                <a16:creationId xmlns:a16="http://schemas.microsoft.com/office/drawing/2014/main" id="{0B5E15A7-292C-44AD-B84F-6E24C79FA585}"/>
              </a:ext>
            </a:extLst>
          </p:cNvPr>
          <p:cNvSpPr>
            <a:spLocks xmlns:a="http://schemas.openxmlformats.org/drawingml/2006/main" noGrp="1"/>
          </p:cNvSpPr>
          <p:nvPr/>
        </p:nvSpPr>
        <p:spPr>
          <a:xfrm xmlns:a="http://schemas.openxmlformats.org/drawingml/2006/main">
            <a:off x="9812031" y="5092032"/>
            <a:ext cx="76200" cy="76200"/>
          </a:xfrm>
          <a:prstGeom xmlns:a="http://schemas.openxmlformats.org/drawingml/2006/main" prst="roundRect">
            <a:avLst>
              <a:gd name="adj" fmla="val 50000"/>
            </a:avLst>
          </a:prstGeom>
          <a:solidFill xmlns:a="http://schemas.openxmlformats.org/drawingml/2006/main">
            <a:srgbClr val="070A08"/>
          </a:solidFill>
          <a:ln xmlns:a="http://schemas.openxmlformats.org/drawingml/2006/main" w="19050">
            <a:solidFill>
              <a:srgbClr val="42D9D0"/>
            </a:solidFill>
            <a:prstDash val="solid"/>
          </a:ln>
        </p:spPr>
      </p:sp>
      <p:sp>
        <p:nvSpPr>
          <p:cNvPr id="33" name="직사각형 32">
            <a:extLst xmlns:a="http://schemas.openxmlformats.org/drawingml/2006/main">
              <a:ext uri="{FF2B5EF4-FFF2-40B4-BE49-F238E27FC236}">
                <a16:creationId xmlns:a16="http://schemas.microsoft.com/office/drawing/2014/main" id="{38B484B9-DB6E-4D5B-BCDF-1C1EBFD7371A}"/>
              </a:ext>
            </a:extLst>
          </p:cNvPr>
          <p:cNvSpPr>
            <a:spLocks xmlns:a="http://schemas.openxmlformats.org/drawingml/2006/main" noGrp="1"/>
          </p:cNvSpPr>
          <p:nvPr/>
        </p:nvSpPr>
        <p:spPr>
          <a:xfrm xmlns:a="http://schemas.openxmlformats.org/drawingml/2006/main">
            <a:off x="9697731" y="4380940"/>
            <a:ext cx="304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600" b="1">
                <a:solidFill>
                  <a:srgbClr val="98A099"/>
                </a:solidFill>
                <a:latin typeface="Pretendard"/>
                <a:ea typeface="Pretendard"/>
                <a:cs typeface="Pretendard"/>
              </a:defRPr>
            </a:pPr>
            <a:r>
              <a:rPr sz="1050" b="1">
                <a:solidFill>
                  <a:srgbClr val="98A099"/>
                </a:solidFill>
                <a:latin typeface="Pretendard"/>
                <a:ea typeface="Pretendard"/>
                <a:cs typeface="Pretendard"/>
              </a:rPr>
              <a:t>t</a:t>
            </a:r>
          </a:p>
        </p:txBody>
      </p:sp>
      <p:sp>
        <p:nvSpPr>
          <p:cNvPr id="34" name="직선 연결선[R] 33">
            <a:extLst xmlns:a="http://schemas.openxmlformats.org/drawingml/2006/main">
              <a:ext uri="{FF2B5EF4-FFF2-40B4-BE49-F238E27FC236}">
                <a16:creationId xmlns:a16="http://schemas.microsoft.com/office/drawing/2014/main" id="{C590EA52-110C-4362-BEDC-47AFFA400D1F}"/>
              </a:ext>
            </a:extLst>
          </p:cNvPr>
          <p:cNvSpPr>
            <a:spLocks xmlns:a="http://schemas.openxmlformats.org/drawingml/2006/main" noGrp="1"/>
          </p:cNvSpPr>
          <p:nvPr/>
        </p:nvSpPr>
        <p:spPr>
          <a:xfrm xmlns:a="http://schemas.openxmlformats.org/drawingml/2006/main">
            <a:off x="10288281" y="4495240"/>
            <a:ext cx="0" cy="838200"/>
          </a:xfrm>
          <a:prstGeom xmlns:a="http://schemas.openxmlformats.org/drawingml/2006/main" prst="line">
            <a:avLst/>
          </a:prstGeom>
          <a:noFill xmlns:a="http://schemas.openxmlformats.org/drawingml/2006/main"/>
          <a:ln xmlns:a="http://schemas.openxmlformats.org/drawingml/2006/main" w="9525">
            <a:solidFill>
              <a:srgbClr val="283029"/>
            </a:solidFill>
            <a:prstDash val="dash"/>
          </a:ln>
        </p:spPr>
      </p:sp>
      <p:sp>
        <p:nvSpPr>
          <p:cNvPr id="35" name="모서리가 둥근 직사각형 34">
            <a:extLst xmlns:a="http://schemas.openxmlformats.org/drawingml/2006/main">
              <a:ext uri="{FF2B5EF4-FFF2-40B4-BE49-F238E27FC236}">
                <a16:creationId xmlns:a16="http://schemas.microsoft.com/office/drawing/2014/main" id="{2940A4FD-EEC0-45EC-96DE-4A82BFF9D2E0}"/>
              </a:ext>
            </a:extLst>
          </p:cNvPr>
          <p:cNvSpPr>
            <a:spLocks xmlns:a="http://schemas.openxmlformats.org/drawingml/2006/main" noGrp="1"/>
          </p:cNvSpPr>
          <p:nvPr/>
        </p:nvSpPr>
        <p:spPr>
          <a:xfrm xmlns:a="http://schemas.openxmlformats.org/drawingml/2006/main">
            <a:off x="10250181" y="5225382"/>
            <a:ext cx="76200" cy="76200"/>
          </a:xfrm>
          <a:prstGeom xmlns:a="http://schemas.openxmlformats.org/drawingml/2006/main" prst="roundRect">
            <a:avLst>
              <a:gd name="adj" fmla="val 50000"/>
            </a:avLst>
          </a:prstGeom>
          <a:solidFill xmlns:a="http://schemas.openxmlformats.org/drawingml/2006/main">
            <a:srgbClr val="B9FF2C"/>
          </a:solidFill>
          <a:ln xmlns:a="http://schemas.openxmlformats.org/drawingml/2006/main" w="19050">
            <a:solidFill>
              <a:srgbClr val="B9FF2C"/>
            </a:solidFill>
            <a:prstDash val="solid"/>
          </a:ln>
        </p:spPr>
      </p:sp>
      <p:sp>
        <p:nvSpPr>
          <p:cNvPr id="36" name="직사각형 35">
            <a:extLst xmlns:a="http://schemas.openxmlformats.org/drawingml/2006/main">
              <a:ext uri="{FF2B5EF4-FFF2-40B4-BE49-F238E27FC236}">
                <a16:creationId xmlns:a16="http://schemas.microsoft.com/office/drawing/2014/main" id="{94398748-D8E4-464A-A857-0268CFB1070C}"/>
              </a:ext>
            </a:extLst>
          </p:cNvPr>
          <p:cNvSpPr>
            <a:spLocks xmlns:a="http://schemas.openxmlformats.org/drawingml/2006/main" noGrp="1"/>
          </p:cNvSpPr>
          <p:nvPr/>
        </p:nvSpPr>
        <p:spPr>
          <a:xfrm xmlns:a="http://schemas.openxmlformats.org/drawingml/2006/main">
            <a:off x="10135881" y="4380940"/>
            <a:ext cx="304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600" b="1">
                <a:solidFill>
                  <a:srgbClr val="98A099"/>
                </a:solidFill>
                <a:latin typeface="Pretendard"/>
                <a:ea typeface="Pretendard"/>
                <a:cs typeface="Pretendard"/>
              </a:defRPr>
            </a:pPr>
            <a:r>
              <a:rPr sz="1050" b="1">
                <a:solidFill>
                  <a:srgbClr val="98A099"/>
                </a:solidFill>
                <a:latin typeface="Pretendard"/>
                <a:ea typeface="Pretendard"/>
                <a:cs typeface="Pretendard"/>
              </a:rPr>
              <a:t>t+1</a:t>
            </a:r>
          </a:p>
        </p:txBody>
      </p:sp>
      <p:sp>
        <p:nvSpPr>
          <p:cNvPr id="37" name="직선 연결선[R] 36">
            <a:extLst xmlns:a="http://schemas.openxmlformats.org/drawingml/2006/main">
              <a:ext uri="{FF2B5EF4-FFF2-40B4-BE49-F238E27FC236}">
                <a16:creationId xmlns:a16="http://schemas.microsoft.com/office/drawing/2014/main" id="{F26DB7B9-219B-405A-B861-39A5C46CD27C}"/>
              </a:ext>
            </a:extLst>
          </p:cNvPr>
          <p:cNvSpPr>
            <a:spLocks xmlns:a="http://schemas.openxmlformats.org/drawingml/2006/main" noGrp="1"/>
          </p:cNvSpPr>
          <p:nvPr/>
        </p:nvSpPr>
        <p:spPr>
          <a:xfrm xmlns:a="http://schemas.openxmlformats.org/drawingml/2006/main">
            <a:off x="10726431" y="4495240"/>
            <a:ext cx="0" cy="838200"/>
          </a:xfrm>
          <a:prstGeom xmlns:a="http://schemas.openxmlformats.org/drawingml/2006/main" prst="line">
            <a:avLst/>
          </a:prstGeom>
          <a:noFill xmlns:a="http://schemas.openxmlformats.org/drawingml/2006/main"/>
          <a:ln xmlns:a="http://schemas.openxmlformats.org/drawingml/2006/main" w="9525">
            <a:solidFill>
              <a:srgbClr val="283029"/>
            </a:solidFill>
            <a:prstDash val="dash"/>
          </a:ln>
        </p:spPr>
      </p:sp>
      <p:sp>
        <p:nvSpPr>
          <p:cNvPr id="38" name="모서리가 둥근 직사각형 37">
            <a:extLst xmlns:a="http://schemas.openxmlformats.org/drawingml/2006/main">
              <a:ext uri="{FF2B5EF4-FFF2-40B4-BE49-F238E27FC236}">
                <a16:creationId xmlns:a16="http://schemas.microsoft.com/office/drawing/2014/main" id="{D06D12B2-9591-4464-ACE6-586EC62DF418}"/>
              </a:ext>
            </a:extLst>
          </p:cNvPr>
          <p:cNvSpPr>
            <a:spLocks xmlns:a="http://schemas.openxmlformats.org/drawingml/2006/main" noGrp="1"/>
          </p:cNvSpPr>
          <p:nvPr/>
        </p:nvSpPr>
        <p:spPr>
          <a:xfrm xmlns:a="http://schemas.openxmlformats.org/drawingml/2006/main">
            <a:off x="10688331" y="5434932"/>
            <a:ext cx="76200" cy="76200"/>
          </a:xfrm>
          <a:prstGeom xmlns:a="http://schemas.openxmlformats.org/drawingml/2006/main" prst="roundRect">
            <a:avLst>
              <a:gd name="adj" fmla="val 50000"/>
            </a:avLst>
          </a:prstGeom>
          <a:solidFill xmlns:a="http://schemas.openxmlformats.org/drawingml/2006/main">
            <a:srgbClr val="B9FF2C"/>
          </a:solidFill>
          <a:ln xmlns:a="http://schemas.openxmlformats.org/drawingml/2006/main" w="19050">
            <a:solidFill>
              <a:srgbClr val="B9FF2C"/>
            </a:solidFill>
            <a:prstDash val="solid"/>
          </a:ln>
        </p:spPr>
      </p:sp>
      <p:sp>
        <p:nvSpPr>
          <p:cNvPr id="39" name="직사각형 38">
            <a:extLst xmlns:a="http://schemas.openxmlformats.org/drawingml/2006/main">
              <a:ext uri="{FF2B5EF4-FFF2-40B4-BE49-F238E27FC236}">
                <a16:creationId xmlns:a16="http://schemas.microsoft.com/office/drawing/2014/main" id="{3CE1297E-EF3A-41D6-9958-1924B193A87E}"/>
              </a:ext>
            </a:extLst>
          </p:cNvPr>
          <p:cNvSpPr>
            <a:spLocks xmlns:a="http://schemas.openxmlformats.org/drawingml/2006/main" noGrp="1"/>
          </p:cNvSpPr>
          <p:nvPr/>
        </p:nvSpPr>
        <p:spPr>
          <a:xfrm xmlns:a="http://schemas.openxmlformats.org/drawingml/2006/main">
            <a:off x="10574031" y="4380940"/>
            <a:ext cx="304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600" b="1">
                <a:solidFill>
                  <a:srgbClr val="98A099"/>
                </a:solidFill>
                <a:latin typeface="Pretendard"/>
                <a:ea typeface="Pretendard"/>
                <a:cs typeface="Pretendard"/>
              </a:defRPr>
            </a:pPr>
            <a:r>
              <a:rPr sz="1050" b="1">
                <a:solidFill>
                  <a:srgbClr val="98A099"/>
                </a:solidFill>
                <a:latin typeface="Pretendard"/>
                <a:ea typeface="Pretendard"/>
                <a:cs typeface="Pretendard"/>
              </a:rPr>
              <a:t>t+2</a:t>
            </a:r>
          </a:p>
        </p:txBody>
      </p:sp>
      <p:sp>
        <p:nvSpPr>
          <p:cNvPr id="40" name="모서리가 둥근 직사각형 39">
            <a:extLst xmlns:a="http://schemas.openxmlformats.org/drawingml/2006/main">
              <a:ext uri="{FF2B5EF4-FFF2-40B4-BE49-F238E27FC236}">
                <a16:creationId xmlns:a16="http://schemas.microsoft.com/office/drawing/2014/main" id="{CBEE9AAB-460D-48C8-BC51-C803EC403E0C}"/>
              </a:ext>
            </a:extLst>
          </p:cNvPr>
          <p:cNvSpPr>
            <a:spLocks xmlns:a="http://schemas.openxmlformats.org/drawingml/2006/main" noGrp="1"/>
          </p:cNvSpPr>
          <p:nvPr/>
        </p:nvSpPr>
        <p:spPr>
          <a:xfrm xmlns:a="http://schemas.openxmlformats.org/drawingml/2006/main">
            <a:off x="9812031" y="4653882"/>
            <a:ext cx="76200" cy="76200"/>
          </a:xfrm>
          <a:prstGeom xmlns:a="http://schemas.openxmlformats.org/drawingml/2006/main" prst="roundRect">
            <a:avLst>
              <a:gd name="adj" fmla="val 50000"/>
            </a:avLst>
          </a:prstGeom>
          <a:solidFill xmlns:a="http://schemas.openxmlformats.org/drawingml/2006/main">
            <a:srgbClr val="070A08"/>
          </a:solidFill>
          <a:ln xmlns:a="http://schemas.openxmlformats.org/drawingml/2006/main" w="19050">
            <a:solidFill>
              <a:srgbClr val="FF675F"/>
            </a:solidFill>
            <a:prstDash val="solid"/>
          </a:ln>
        </p:spPr>
      </p:sp>
      <p:sp>
        <p:nvSpPr>
          <p:cNvPr id="41" name="직선 연결선[R] 40">
            <a:extLst xmlns:a="http://schemas.openxmlformats.org/drawingml/2006/main">
              <a:ext uri="{FF2B5EF4-FFF2-40B4-BE49-F238E27FC236}">
                <a16:creationId xmlns:a16="http://schemas.microsoft.com/office/drawing/2014/main" id="{EEC3CD3E-1476-48CB-89C4-9B1025D8EE0D}"/>
              </a:ext>
            </a:extLst>
          </p:cNvPr>
          <p:cNvSpPr>
            <a:spLocks xmlns:a="http://schemas.openxmlformats.org/drawingml/2006/main" noGrp="1"/>
          </p:cNvSpPr>
          <p:nvPr/>
        </p:nvSpPr>
        <p:spPr>
          <a:xfrm xmlns:a="http://schemas.openxmlformats.org/drawingml/2006/main">
            <a:off x="9850131" y="4722398"/>
            <a:ext cx="0" cy="304800"/>
          </a:xfrm>
          <a:prstGeom xmlns:a="http://schemas.openxmlformats.org/drawingml/2006/main" prst="line">
            <a:avLst/>
          </a:prstGeom>
          <a:noFill xmlns:a="http://schemas.openxmlformats.org/drawingml/2006/main"/>
          <a:ln xmlns:a="http://schemas.openxmlformats.org/drawingml/2006/main" w="9525">
            <a:solidFill>
              <a:srgbClr val="FF675F"/>
            </a:solidFill>
            <a:prstDash val="dash"/>
          </a:ln>
        </p:spPr>
      </p:sp>
      <p:sp>
        <p:nvSpPr>
          <p:cNvPr id="42" name="직사각형 41">
            <a:extLst xmlns:a="http://schemas.openxmlformats.org/drawingml/2006/main">
              <a:ext uri="{FF2B5EF4-FFF2-40B4-BE49-F238E27FC236}">
                <a16:creationId xmlns:a16="http://schemas.microsoft.com/office/drawing/2014/main" id="{586F4FB5-C960-45EF-8367-0D034665ADE6}"/>
              </a:ext>
            </a:extLst>
          </p:cNvPr>
          <p:cNvSpPr>
            <a:spLocks xmlns:a="http://schemas.openxmlformats.org/drawingml/2006/main" noGrp="1"/>
          </p:cNvSpPr>
          <p:nvPr/>
        </p:nvSpPr>
        <p:spPr>
          <a:xfrm xmlns:a="http://schemas.openxmlformats.org/drawingml/2006/main">
            <a:off x="9772090" y="4825332"/>
            <a:ext cx="171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050" b="1">
                <a:solidFill>
                  <a:srgbClr val="FF675F"/>
                </a:solidFill>
                <a:latin typeface="Pretendard"/>
                <a:ea typeface="Pretendard"/>
                <a:cs typeface="Pretendard"/>
              </a:defRPr>
            </a:pPr>
            <a:r>
              <a:rPr sz="1466" b="1">
                <a:solidFill>
                  <a:srgbClr val="FF675F"/>
                </a:solidFill>
                <a:latin typeface="Pretendard"/>
                <a:ea typeface="Pretendard"/>
                <a:cs typeface="Pretendard"/>
              </a:rPr>
              <a:t>↓</a:t>
            </a:r>
          </a:p>
        </p:txBody>
      </p:sp>
      <p:sp>
        <p:nvSpPr>
          <p:cNvPr id="43" name="모서리가 둥근 직사각형 42">
            <a:extLst xmlns:a="http://schemas.openxmlformats.org/drawingml/2006/main">
              <a:ext uri="{FF2B5EF4-FFF2-40B4-BE49-F238E27FC236}">
                <a16:creationId xmlns:a16="http://schemas.microsoft.com/office/drawing/2014/main" id="{F02C2C9B-1252-4A4A-B12C-146E3D4E071B}"/>
              </a:ext>
            </a:extLst>
          </p:cNvPr>
          <p:cNvSpPr>
            <a:spLocks xmlns:a="http://schemas.openxmlformats.org/drawingml/2006/main" noGrp="1"/>
          </p:cNvSpPr>
          <p:nvPr/>
        </p:nvSpPr>
        <p:spPr>
          <a:xfrm xmlns:a="http://schemas.openxmlformats.org/drawingml/2006/main">
            <a:off x="1763634" y="3809760"/>
            <a:ext cx="1752600" cy="647700"/>
          </a:xfrm>
          <a:prstGeom xmlns:a="http://schemas.openxmlformats.org/drawingml/2006/main" prst="roundRect">
            <a:avLst>
              <a:gd name="adj" fmla="val 14706"/>
            </a:avLst>
          </a:prstGeom>
          <a:solidFill xmlns:a="http://schemas.openxmlformats.org/drawingml/2006/main">
            <a:srgbClr val="101512"/>
          </a:solidFill>
          <a:ln xmlns:a="http://schemas.openxmlformats.org/drawingml/2006/main" w="9525">
            <a:solidFill>
              <a:srgbClr val="283029"/>
            </a:solidFill>
            <a:prstDash val="solid"/>
          </a:ln>
        </p:spPr>
      </p:sp>
      <p:sp>
        <p:nvSpPr>
          <p:cNvPr id="44" name="직사각형 43">
            <a:extLst xmlns:a="http://schemas.openxmlformats.org/drawingml/2006/main">
              <a:ext uri="{FF2B5EF4-FFF2-40B4-BE49-F238E27FC236}">
                <a16:creationId xmlns:a16="http://schemas.microsoft.com/office/drawing/2014/main" id="{A980050F-6BE5-41C2-82E9-A196E8BBE23F}"/>
              </a:ext>
            </a:extLst>
          </p:cNvPr>
          <p:cNvSpPr>
            <a:spLocks xmlns:a="http://schemas.openxmlformats.org/drawingml/2006/main" noGrp="1"/>
          </p:cNvSpPr>
          <p:nvPr/>
        </p:nvSpPr>
        <p:spPr>
          <a:xfrm xmlns:a="http://schemas.openxmlformats.org/drawingml/2006/main">
            <a:off x="1973184" y="3962160"/>
            <a:ext cx="133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900" b="1">
                <a:solidFill>
                  <a:srgbClr val="F5F7F5"/>
                </a:solidFill>
                <a:latin typeface="Pretendard"/>
                <a:ea typeface="Pretendard"/>
                <a:cs typeface="Pretendard"/>
              </a:defRPr>
            </a:pPr>
            <a:r>
              <a:rPr sz="1207" b="1">
                <a:solidFill>
                  <a:srgbClr val="F5F7F5"/>
                </a:solidFill>
                <a:latin typeface="Pretendard"/>
                <a:ea typeface="Pretendard"/>
                <a:cs typeface="Pretendard"/>
              </a:rPr>
              <a:t>t-2 frame</a:t>
            </a:r>
          </a:p>
          <a:p xmlns:a="http://schemas.openxmlformats.org/drawingml/2006/main">
            <a:pPr algn="ctr">
              <a:lnSpc>
                <a:spcPct val="100000"/>
              </a:lnSpc>
              <a:buNone/>
              <a:defRPr sz="900" b="1">
                <a:solidFill>
                  <a:srgbClr val="F5F7F5"/>
                </a:solidFill>
                <a:latin typeface="Pretendard"/>
                <a:ea typeface="Pretendard"/>
                <a:cs typeface="Pretendard"/>
              </a:defRPr>
            </a:pPr>
            <a:r>
              <a:rPr sz="1207" b="1">
                <a:solidFill>
                  <a:srgbClr val="F5F7F5"/>
                </a:solidFill>
                <a:latin typeface="Pretendard"/>
                <a:ea typeface="Pretendard"/>
                <a:cs typeface="Pretendard"/>
              </a:rPr>
              <a:t>비디오에 저장</a:t>
            </a:r>
          </a:p>
        </p:txBody>
      </p:sp>
      <p:sp>
        <p:nvSpPr>
          <p:cNvPr id="45" name="모서리가 둥근 직사각형 44">
            <a:extLst xmlns:a="http://schemas.openxmlformats.org/drawingml/2006/main">
              <a:ext uri="{FF2B5EF4-FFF2-40B4-BE49-F238E27FC236}">
                <a16:creationId xmlns:a16="http://schemas.microsoft.com/office/drawing/2014/main" id="{A6C68A8B-C7B6-4D37-AE85-9A930816F3CF}"/>
              </a:ext>
            </a:extLst>
          </p:cNvPr>
          <p:cNvSpPr>
            <a:spLocks xmlns:a="http://schemas.openxmlformats.org/drawingml/2006/main" noGrp="1"/>
          </p:cNvSpPr>
          <p:nvPr/>
        </p:nvSpPr>
        <p:spPr>
          <a:xfrm xmlns:a="http://schemas.openxmlformats.org/drawingml/2006/main">
            <a:off x="1532965" y="4867035"/>
            <a:ext cx="2209800" cy="666750"/>
          </a:xfrm>
          <a:prstGeom xmlns:a="http://schemas.openxmlformats.org/drawingml/2006/main" prst="roundRect">
            <a:avLst>
              <a:gd name="adj" fmla="val 14286"/>
            </a:avLst>
          </a:prstGeom>
          <a:solidFill xmlns:a="http://schemas.openxmlformats.org/drawingml/2006/main">
            <a:srgbClr val="151B17"/>
          </a:solidFill>
          <a:ln xmlns:a="http://schemas.openxmlformats.org/drawingml/2006/main" w="9525">
            <a:solidFill>
              <a:srgbClr val="283029"/>
            </a:solidFill>
            <a:prstDash val="solid"/>
          </a:ln>
        </p:spPr>
      </p:sp>
      <p:sp>
        <p:nvSpPr>
          <p:cNvPr id="46" name="직사각형 45">
            <a:extLst xmlns:a="http://schemas.openxmlformats.org/drawingml/2006/main">
              <a:ext uri="{FF2B5EF4-FFF2-40B4-BE49-F238E27FC236}">
                <a16:creationId xmlns:a16="http://schemas.microsoft.com/office/drawing/2014/main" id="{FF44B088-FD9B-4DAE-BDC8-313F505D6EF0}"/>
              </a:ext>
            </a:extLst>
          </p:cNvPr>
          <p:cNvSpPr>
            <a:spLocks xmlns:a="http://schemas.openxmlformats.org/drawingml/2006/main" noGrp="1"/>
          </p:cNvSpPr>
          <p:nvPr/>
        </p:nvSpPr>
        <p:spPr>
          <a:xfrm xmlns:a="http://schemas.openxmlformats.org/drawingml/2006/main">
            <a:off x="1742515" y="5038485"/>
            <a:ext cx="1790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900" b="1">
                <a:solidFill>
                  <a:srgbClr val="F5F7F5"/>
                </a:solidFill>
                <a:latin typeface="Pretendard"/>
                <a:ea typeface="Pretendard"/>
                <a:cs typeface="Pretendard"/>
              </a:defRPr>
            </a:pPr>
            <a:r>
              <a:rPr sz="1207" b="1">
                <a:solidFill>
                  <a:srgbClr val="F5F7F5"/>
                </a:solidFill>
                <a:latin typeface="Pretendard"/>
                <a:ea typeface="Pretendard"/>
                <a:cs typeface="Pretendard"/>
              </a:rPr>
              <a:t>Human Pose Estimation</a:t>
            </a:r>
          </a:p>
          <a:p xmlns:a="http://schemas.openxmlformats.org/drawingml/2006/main">
            <a:pPr algn="ctr">
              <a:lnSpc>
                <a:spcPct val="100000"/>
              </a:lnSpc>
              <a:buNone/>
              <a:defRPr sz="900" b="1">
                <a:solidFill>
                  <a:srgbClr val="F5F7F5"/>
                </a:solidFill>
                <a:latin typeface="Pretendard"/>
                <a:ea typeface="Pretendard"/>
                <a:cs typeface="Pretendard"/>
              </a:defRPr>
            </a:pPr>
            <a:r>
              <a:rPr sz="1207" b="1">
                <a:solidFill>
                  <a:srgbClr val="F5F7F5"/>
                </a:solidFill>
                <a:latin typeface="Pretendard"/>
                <a:ea typeface="Pretendard"/>
                <a:cs typeface="Pretendard"/>
              </a:rPr>
              <a:t>데이터에서 피처 추출</a:t>
            </a:r>
          </a:p>
        </p:txBody>
      </p:sp>
      <p:sp>
        <p:nvSpPr>
          <p:cNvPr id="47" name="다이아몬드 46">
            <a:extLst xmlns:a="http://schemas.openxmlformats.org/drawingml/2006/main">
              <a:ext uri="{FF2B5EF4-FFF2-40B4-BE49-F238E27FC236}">
                <a16:creationId xmlns:a16="http://schemas.microsoft.com/office/drawing/2014/main" id="{7FB52FFF-5A85-49D4-AEBD-18BBF01175EC}"/>
              </a:ext>
            </a:extLst>
          </p:cNvPr>
          <p:cNvSpPr>
            <a:spLocks xmlns:a="http://schemas.openxmlformats.org/drawingml/2006/main" noGrp="1"/>
          </p:cNvSpPr>
          <p:nvPr/>
        </p:nvSpPr>
        <p:spPr>
          <a:xfrm xmlns:a="http://schemas.openxmlformats.org/drawingml/2006/main">
            <a:off x="4371415" y="4847985"/>
            <a:ext cx="1447800" cy="685800"/>
          </a:xfrm>
          <a:prstGeom xmlns:a="http://schemas.openxmlformats.org/drawingml/2006/main" prst="diamond">
            <a:avLst/>
          </a:prstGeom>
          <a:solidFill xmlns:a="http://schemas.openxmlformats.org/drawingml/2006/main">
            <a:srgbClr val="26350E"/>
          </a:solidFill>
          <a:ln xmlns:a="http://schemas.openxmlformats.org/drawingml/2006/main" w="19050">
            <a:solidFill>
              <a:srgbClr val="B9FF2C"/>
            </a:solidFill>
            <a:prstDash val="solid"/>
          </a:ln>
        </p:spPr>
      </p:sp>
      <p:sp>
        <p:nvSpPr>
          <p:cNvPr id="93" name="다이아몬드 92">
            <a:extLst xmlns:a="http://schemas.openxmlformats.org/drawingml/2006/main">
              <a:ext uri="{FF2B5EF4-FFF2-40B4-BE49-F238E27FC236}">
                <a16:creationId xmlns:a16="http://schemas.microsoft.com/office/drawing/2014/main" id="{70D4613B-FCF9-0978-292E-41395FF762F2}"/>
              </a:ext>
            </a:extLst>
          </p:cNvPr>
          <p:cNvSpPr>
            <a:spLocks xmlns:a="http://schemas.openxmlformats.org/drawingml/2006/main" noGrp="1"/>
          </p:cNvSpPr>
          <p:nvPr/>
        </p:nvSpPr>
        <p:spPr>
          <a:xfrm xmlns:a="http://schemas.openxmlformats.org/drawingml/2006/main">
            <a:off x="6585618" y="1569223"/>
            <a:ext cx="1524000" cy="590550"/>
          </a:xfrm>
          <a:prstGeom xmlns:a="http://schemas.openxmlformats.org/drawingml/2006/main" prst="diamond">
            <a:avLst/>
          </a:prstGeom>
          <a:solidFill xmlns:a="http://schemas.openxmlformats.org/drawingml/2006/main">
            <a:srgbClr val="26350E"/>
          </a:solidFill>
          <a:ln xmlns:a="http://schemas.openxmlformats.org/drawingml/2006/main" w="19050">
            <a:solidFill>
              <a:srgbClr val="B9FF2C"/>
            </a:solidFill>
            <a:prstDash val="solid"/>
          </a:ln>
        </p:spPr>
      </p:sp>
      <p:sp>
        <p:nvSpPr>
          <p:cNvPr id="48" name="직사각형 47">
            <a:extLst xmlns:a="http://schemas.openxmlformats.org/drawingml/2006/main">
              <a:ext uri="{FF2B5EF4-FFF2-40B4-BE49-F238E27FC236}">
                <a16:creationId xmlns:a16="http://schemas.microsoft.com/office/drawing/2014/main" id="{C147E428-C726-422C-9F99-9621BFFD621F}"/>
              </a:ext>
            </a:extLst>
          </p:cNvPr>
          <p:cNvSpPr>
            <a:spLocks xmlns:a="http://schemas.openxmlformats.org/drawingml/2006/main" noGrp="1"/>
          </p:cNvSpPr>
          <p:nvPr/>
        </p:nvSpPr>
        <p:spPr>
          <a:xfrm xmlns:a="http://schemas.openxmlformats.org/drawingml/2006/main">
            <a:off x="4752415" y="509563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975" b="1">
                <a:solidFill>
                  <a:srgbClr val="F5F7F5"/>
                </a:solidFill>
                <a:latin typeface="Pretendard"/>
                <a:ea typeface="Pretendard"/>
                <a:cs typeface="Pretendard"/>
              </a:defRPr>
            </a:pPr>
            <a:r>
              <a:rPr sz="1294" b="1">
                <a:solidFill>
                  <a:srgbClr val="F5F7F5"/>
                </a:solidFill>
                <a:latin typeface="Pretendard"/>
                <a:ea typeface="Pretendard"/>
                <a:cs typeface="Pretendard"/>
              </a:rPr>
              <a:t>Agent</a:t>
            </a:r>
          </a:p>
        </p:txBody>
      </p:sp>
      <p:sp>
        <p:nvSpPr>
          <p:cNvPr id="49" name="모서리가 둥근 직사각형 48">
            <a:extLst xmlns:a="http://schemas.openxmlformats.org/drawingml/2006/main">
              <a:ext uri="{FF2B5EF4-FFF2-40B4-BE49-F238E27FC236}">
                <a16:creationId xmlns:a16="http://schemas.microsoft.com/office/drawing/2014/main" id="{B3CA8AE5-B3F4-4F5D-A4B3-6FEFC06CA7C4}"/>
              </a:ext>
            </a:extLst>
          </p:cNvPr>
          <p:cNvSpPr>
            <a:spLocks xmlns:a="http://schemas.openxmlformats.org/drawingml/2006/main" noGrp="1"/>
          </p:cNvSpPr>
          <p:nvPr/>
        </p:nvSpPr>
        <p:spPr>
          <a:xfrm xmlns:a="http://schemas.openxmlformats.org/drawingml/2006/main">
            <a:off x="6257365" y="4905135"/>
            <a:ext cx="1181100" cy="571500"/>
          </a:xfrm>
          <a:prstGeom xmlns:a="http://schemas.openxmlformats.org/drawingml/2006/main" prst="roundRect">
            <a:avLst>
              <a:gd name="adj" fmla="val 15000"/>
            </a:avLst>
          </a:prstGeom>
          <a:solidFill xmlns:a="http://schemas.openxmlformats.org/drawingml/2006/main">
            <a:srgbClr val="836C29"/>
          </a:solidFill>
          <a:ln xmlns:a="http://schemas.openxmlformats.org/drawingml/2006/main" w="25400">
            <a:solidFill>
              <a:srgbClr val="F4C94B"/>
            </a:solidFill>
            <a:prstDash val="solid"/>
          </a:ln>
        </p:spPr>
      </p:sp>
      <p:sp>
        <p:nvSpPr>
          <p:cNvPr id="50" name="직사각형 49">
            <a:extLst xmlns:a="http://schemas.openxmlformats.org/drawingml/2006/main">
              <a:ext uri="{FF2B5EF4-FFF2-40B4-BE49-F238E27FC236}">
                <a16:creationId xmlns:a16="http://schemas.microsoft.com/office/drawing/2014/main" id="{7BF95E71-37A3-4D5F-AEEE-256B88983A2C}"/>
              </a:ext>
            </a:extLst>
          </p:cNvPr>
          <p:cNvSpPr>
            <a:spLocks xmlns:a="http://schemas.openxmlformats.org/drawingml/2006/main" noGrp="1"/>
          </p:cNvSpPr>
          <p:nvPr/>
        </p:nvSpPr>
        <p:spPr>
          <a:xfrm xmlns:a="http://schemas.openxmlformats.org/drawingml/2006/main">
            <a:off x="6466915" y="5095635"/>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975" b="1">
                <a:solidFill>
                  <a:srgbClr val="F5F7F5"/>
                </a:solidFill>
                <a:latin typeface="Pretendard"/>
                <a:ea typeface="Pretendard"/>
                <a:cs typeface="Pretendard"/>
              </a:defRPr>
            </a:pPr>
            <a:r>
              <a:rPr sz="1294" b="1">
                <a:solidFill>
                  <a:srgbClr val="F5F7F5"/>
                </a:solidFill>
                <a:latin typeface="Pretendard"/>
                <a:ea typeface="Pretendard"/>
                <a:cs typeface="Pretendard"/>
              </a:rPr>
              <a:t>Report</a:t>
            </a:r>
          </a:p>
        </p:txBody>
      </p:sp>
      <p:sp>
        <p:nvSpPr>
          <p:cNvPr id="51" name="모서리가 둥근 직사각형 50">
            <a:extLst xmlns:a="http://schemas.openxmlformats.org/drawingml/2006/main">
              <a:ext uri="{FF2B5EF4-FFF2-40B4-BE49-F238E27FC236}">
                <a16:creationId xmlns:a16="http://schemas.microsoft.com/office/drawing/2014/main" id="{DF27DBF8-F85F-4EDA-9641-4E9C3EE22B9E}"/>
              </a:ext>
            </a:extLst>
          </p:cNvPr>
          <p:cNvSpPr>
            <a:spLocks xmlns:a="http://schemas.openxmlformats.org/drawingml/2006/main" noGrp="1"/>
          </p:cNvSpPr>
          <p:nvPr/>
        </p:nvSpPr>
        <p:spPr>
          <a:xfrm xmlns:a="http://schemas.openxmlformats.org/drawingml/2006/main">
            <a:off x="2972761" y="5838464"/>
            <a:ext cx="4256314" cy="933690"/>
          </a:xfrm>
          <a:prstGeom xmlns:a="http://schemas.openxmlformats.org/drawingml/2006/main" prst="roundRect">
            <a:avLst>
              <a:gd name="adj" fmla="val 13636"/>
            </a:avLst>
          </a:prstGeom>
          <a:solidFill xmlns:a="http://schemas.openxmlformats.org/drawingml/2006/main">
            <a:srgbClr val="101512"/>
          </a:solidFill>
          <a:ln xmlns:a="http://schemas.openxmlformats.org/drawingml/2006/main" w="9525">
            <a:solidFill>
              <a:srgbClr val="B9FF2D"/>
            </a:solidFill>
            <a:prstDash val="solid"/>
          </a:ln>
        </p:spPr>
        <p:txBody>
          <a:bodyPr xmlns:a="http://schemas.openxmlformats.org/drawingml/2006/main"/>
          <a:lstStyle xmlns:a="http://schemas.openxmlformats.org/drawingml/2006/main"/>
          <a:p xmlns:a="http://schemas.openxmlformats.org/drawingml/2006/main">
            <a:endParaRPr/>
          </a:p>
        </p:txBody>
      </p:sp>
      <p:sp>
        <p:nvSpPr>
          <p:cNvPr id="52" name="직사각형 51">
            <a:extLst xmlns:a="http://schemas.openxmlformats.org/drawingml/2006/main">
              <a:ext uri="{FF2B5EF4-FFF2-40B4-BE49-F238E27FC236}">
                <a16:creationId xmlns:a16="http://schemas.microsoft.com/office/drawing/2014/main" id="{61FFB7A8-DDDE-4C20-A9AC-E71CFC5FEB38}"/>
              </a:ext>
            </a:extLst>
          </p:cNvPr>
          <p:cNvSpPr>
            <a:spLocks xmlns:a="http://schemas.openxmlformats.org/drawingml/2006/main" noGrp="1"/>
          </p:cNvSpPr>
          <p:nvPr/>
        </p:nvSpPr>
        <p:spPr>
          <a:xfrm xmlns:a="http://schemas.openxmlformats.org/drawingml/2006/main">
            <a:off x="3125161" y="5886090"/>
            <a:ext cx="666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675" b="1">
                <a:solidFill>
                  <a:srgbClr val="F4C84B"/>
                </a:solidFill>
                <a:latin typeface="Pretendard"/>
                <a:ea typeface="Pretendard"/>
                <a:cs typeface="Pretendard"/>
              </a:defRPr>
            </a:pPr>
            <a:r>
              <a:rPr sz="1200" b="1">
                <a:solidFill>
                  <a:srgbClr val="B9FF2D"/>
                </a:solidFill>
                <a:latin typeface="Pretendard"/>
                <a:ea typeface="Pretendard"/>
                <a:cs typeface="Pretendard"/>
              </a:rPr>
              <a:t>prompts</a:t>
            </a:r>
          </a:p>
        </p:txBody>
      </p:sp>
      <p:sp>
        <p:nvSpPr>
          <p:cNvPr id="53" name="직사각형 52">
            <a:extLst xmlns:a="http://schemas.openxmlformats.org/drawingml/2006/main">
              <a:ext uri="{FF2B5EF4-FFF2-40B4-BE49-F238E27FC236}">
                <a16:creationId xmlns:a16="http://schemas.microsoft.com/office/drawing/2014/main" id="{16122E1D-23FC-4AD9-8BFF-213DF3F52033}"/>
              </a:ext>
            </a:extLst>
          </p:cNvPr>
          <p:cNvSpPr>
            <a:spLocks xmlns:a="http://schemas.openxmlformats.org/drawingml/2006/main" noGrp="1"/>
          </p:cNvSpPr>
          <p:nvPr/>
        </p:nvSpPr>
        <p:spPr>
          <a:xfrm xmlns:a="http://schemas.openxmlformats.org/drawingml/2006/main">
            <a:off x="3125161" y="6162634"/>
            <a:ext cx="4103914" cy="4307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600" b="1">
                <a:solidFill>
                  <a:srgbClr val="F5F7F5"/>
                </a:solidFill>
                <a:latin typeface="Pretendard"/>
                <a:ea typeface="Pretendard"/>
                <a:cs typeface="Pretendard"/>
              </a:defRPr>
            </a:pPr>
            <a:r>
              <a:rPr sz="1400" b="1">
                <a:solidFill>
                  <a:srgbClr val="F5F7F5"/>
                </a:solidFill>
                <a:latin typeface="Pretendard"/>
                <a:ea typeface="Pretendard"/>
                <a:cs typeface="Pretendard"/>
              </a:rPr>
              <a:t>당신은 러닝 자세 분석 리포트를 작성하는 AI 입니다.   {INSTRUCTION}   {features}</a:t>
            </a:r>
          </a:p>
        </p:txBody>
      </p:sp>
      <p:cxnSp>
        <p:nvCxnSpPr>
          <p:cNvPr id="442" name="직선 화살표 연결선 119"/>
          <p:cNvCxnSpPr>
            <a:stCxn xmlns:a="http://schemas.openxmlformats.org/drawingml/2006/main" id="5" idx="3"/>
            <a:endCxn xmlns:a="http://schemas.openxmlformats.org/drawingml/2006/main" id="7" idx="1"/>
          </p:cNvCxnSpPr>
          <p:nvPr/>
        </p:nvCxnSpPr>
        <p:spPr>
          <a:xfrm xmlns:a="http://schemas.openxmlformats.org/drawingml/2006/main">
            <a:off x="1495425" y="1984482"/>
            <a:ext cx="419100" cy="9365"/>
          </a:xfrm>
          <a:prstGeom xmlns:a="http://schemas.openxmlformats.org/drawingml/2006/main" prst="straightConnector1">
            <a:avLst/>
          </a:prstGeom>
          <a:ln xmlns:a="http://schemas.openxmlformats.org/drawingml/2006/main" w="19050">
            <a:solidFill>
              <a:srgbClr val="B9FF2C"/>
            </a:solidFill>
            <a:prstDash val="solid"/>
            <a:tailEnd type="arrow" w="med" len="med"/>
          </a:ln>
        </p:spPr>
      </p:cxnSp>
      <p:cxnSp>
        <p:nvCxnSpPr>
          <p:cNvPr id="443" name="직선 화살표 연결선 120"/>
          <p:cNvCxnSpPr/>
          <p:nvPr/>
        </p:nvCxnSpPr>
        <p:spPr>
          <a:xfrm xmlns:a="http://schemas.openxmlformats.org/drawingml/2006/main">
            <a:off x="3419475" y="1860497"/>
            <a:ext cx="2875990" cy="4001"/>
          </a:xfrm>
          <a:prstGeom xmlns:a="http://schemas.openxmlformats.org/drawingml/2006/main" prst="straightConnector1">
            <a:avLst/>
          </a:prstGeom>
          <a:ln xmlns:a="http://schemas.openxmlformats.org/drawingml/2006/main" w="19050">
            <a:solidFill>
              <a:srgbClr val="42D9D0"/>
            </a:solidFill>
            <a:prstDash val="solid"/>
            <a:tailEnd type="arrow" w="med" len="med"/>
          </a:ln>
        </p:spPr>
      </p:cxnSp>
      <p:cxnSp>
        <p:nvCxnSpPr>
          <p:cNvPr id="444" name="직선 화살표 연결선 121"/>
          <p:cNvCxnSpPr>
            <a:endCxn xmlns:a="http://schemas.openxmlformats.org/drawingml/2006/main" id="12" idx="0"/>
          </p:cNvCxnSpPr>
          <p:nvPr/>
        </p:nvCxnSpPr>
        <p:spPr>
          <a:xfrm xmlns:a="http://schemas.openxmlformats.org/drawingml/2006/main">
            <a:off x="7353300" y="2152650"/>
            <a:ext cx="0" cy="114300"/>
          </a:xfrm>
          <a:prstGeom xmlns:a="http://schemas.openxmlformats.org/drawingml/2006/main" prst="straightConnector1">
            <a:avLst/>
          </a:prstGeom>
          <a:ln xmlns:a="http://schemas.openxmlformats.org/drawingml/2006/main" w="14288">
            <a:solidFill>
              <a:srgbClr val="B9FF2C"/>
            </a:solidFill>
            <a:prstDash val="solid"/>
            <a:tailEnd type="arrow" w="med" len="med"/>
          </a:ln>
        </p:spPr>
      </p:cxnSp>
      <p:cxnSp>
        <p:nvCxnSpPr>
          <p:cNvPr id="445" name="직선 화살표 연결선 122"/>
          <p:cNvCxnSpPr>
            <a:stCxn xmlns:a="http://schemas.openxmlformats.org/drawingml/2006/main" id="12" idx="2"/>
            <a:endCxn xmlns:a="http://schemas.openxmlformats.org/drawingml/2006/main" id="14" idx="0"/>
          </p:cNvCxnSpPr>
          <p:nvPr/>
        </p:nvCxnSpPr>
        <p:spPr>
          <a:xfrm xmlns:a="http://schemas.openxmlformats.org/drawingml/2006/main">
            <a:off x="7353300" y="2857500"/>
            <a:ext cx="0" cy="114300"/>
          </a:xfrm>
          <a:prstGeom xmlns:a="http://schemas.openxmlformats.org/drawingml/2006/main" prst="straightConnector1">
            <a:avLst/>
          </a:prstGeom>
          <a:ln xmlns:a="http://schemas.openxmlformats.org/drawingml/2006/main" w="14288">
            <a:solidFill>
              <a:srgbClr val="B9FF2C"/>
            </a:solidFill>
            <a:prstDash val="solid"/>
            <a:tailEnd type="arrow" w="med" len="med"/>
          </a:ln>
        </p:spPr>
      </p:cxnSp>
      <p:cxnSp>
        <p:nvCxnSpPr>
          <p:cNvPr id="446" name="직선 화살표 연결선 123"/>
          <p:cNvCxnSpPr/>
          <p:nvPr/>
        </p:nvCxnSpPr>
        <p:spPr>
          <a:xfrm xmlns:a="http://schemas.openxmlformats.org/drawingml/2006/main">
            <a:off x="8420100" y="3276600"/>
            <a:ext cx="706131" cy="0"/>
          </a:xfrm>
          <a:prstGeom xmlns:a="http://schemas.openxmlformats.org/drawingml/2006/main" prst="straightConnector1">
            <a:avLst/>
          </a:prstGeom>
          <a:ln xmlns:a="http://schemas.openxmlformats.org/drawingml/2006/main" w="19050">
            <a:solidFill>
              <a:srgbClr val="42D9D0"/>
            </a:solidFill>
            <a:prstDash val="solid"/>
            <a:tailEnd type="arrow" w="med" len="med"/>
          </a:ln>
        </p:spPr>
      </p:cxnSp>
      <p:cxnSp>
        <p:nvCxnSpPr>
          <p:cNvPr id="447" name="직선 화살표 연결선 124"/>
          <p:cNvCxnSpPr>
            <a:stCxn xmlns:a="http://schemas.openxmlformats.org/drawingml/2006/main" id="16" idx="2"/>
            <a:endCxn xmlns:a="http://schemas.openxmlformats.org/drawingml/2006/main" id="19" idx="0"/>
          </p:cNvCxnSpPr>
          <p:nvPr/>
        </p:nvCxnSpPr>
        <p:spPr>
          <a:xfrm xmlns:a="http://schemas.openxmlformats.org/drawingml/2006/main">
            <a:off x="10001250" y="3532134"/>
            <a:ext cx="1281" cy="296355"/>
          </a:xfrm>
          <a:prstGeom xmlns:a="http://schemas.openxmlformats.org/drawingml/2006/main" prst="straightConnector1">
            <a:avLst/>
          </a:prstGeom>
          <a:ln xmlns:a="http://schemas.openxmlformats.org/drawingml/2006/main" w="19050">
            <a:solidFill>
              <a:srgbClr val="42D9D0"/>
            </a:solidFill>
            <a:prstDash val="solid"/>
            <a:tailEnd type="arrow" w="med" len="med"/>
          </a:ln>
        </p:spPr>
      </p:cxnSp>
      <p:cxnSp>
        <p:nvCxnSpPr>
          <p:cNvPr id="448" name="직선 화살표 연결선 125"/>
          <p:cNvCxnSpPr>
            <a:endCxn xmlns:a="http://schemas.openxmlformats.org/drawingml/2006/main" id="43" idx="3"/>
          </p:cNvCxnSpPr>
          <p:nvPr/>
        </p:nvCxnSpPr>
        <p:spPr>
          <a:xfrm xmlns:a="http://schemas.openxmlformats.org/drawingml/2006/main" flipH="1">
            <a:off x="3516234" y="4133610"/>
            <a:ext cx="5076597" cy="0"/>
          </a:xfrm>
          <a:prstGeom xmlns:a="http://schemas.openxmlformats.org/drawingml/2006/main" prst="straightConnector1">
            <a:avLst/>
          </a:prstGeom>
          <a:ln xmlns:a="http://schemas.openxmlformats.org/drawingml/2006/main" w="19050">
            <a:solidFill>
              <a:srgbClr val="42D9D0"/>
            </a:solidFill>
            <a:prstDash val="solid"/>
            <a:tailEnd type="arrow" w="med" len="med"/>
          </a:ln>
        </p:spPr>
      </p:cxnSp>
      <p:cxnSp>
        <p:nvCxnSpPr>
          <p:cNvPr id="449" name="직선 화살표 연결선 127"/>
          <p:cNvCxnSpPr>
            <a:stCxn xmlns:a="http://schemas.openxmlformats.org/drawingml/2006/main" id="43" idx="2"/>
            <a:endCxn xmlns:a="http://schemas.openxmlformats.org/drawingml/2006/main" id="45" idx="0"/>
          </p:cNvCxnSpPr>
          <p:nvPr/>
        </p:nvCxnSpPr>
        <p:spPr>
          <a:xfrm xmlns:a="http://schemas.openxmlformats.org/drawingml/2006/main" flipH="1">
            <a:off x="2637865" y="4457460"/>
            <a:ext cx="2069" cy="409575"/>
          </a:xfrm>
          <a:prstGeom xmlns:a="http://schemas.openxmlformats.org/drawingml/2006/main" prst="straightConnector1">
            <a:avLst/>
          </a:prstGeom>
          <a:ln xmlns:a="http://schemas.openxmlformats.org/drawingml/2006/main" w="19050">
            <a:solidFill>
              <a:srgbClr val="B9FF2C"/>
            </a:solidFill>
            <a:prstDash val="solid"/>
            <a:tailEnd type="arrow" w="med" len="med"/>
          </a:ln>
        </p:spPr>
      </p:cxnSp>
      <p:cxnSp>
        <p:nvCxnSpPr>
          <p:cNvPr id="450" name="직선 화살표 연결선 128"/>
          <p:cNvCxnSpPr>
            <a:stCxn xmlns:a="http://schemas.openxmlformats.org/drawingml/2006/main" id="45" idx="3"/>
            <a:endCxn xmlns:a="http://schemas.openxmlformats.org/drawingml/2006/main" id="47" idx="1"/>
          </p:cNvCxnSpPr>
          <p:nvPr/>
        </p:nvCxnSpPr>
        <p:spPr>
          <a:xfrm xmlns:a="http://schemas.openxmlformats.org/drawingml/2006/main" flipV="1">
            <a:off x="3742765" y="5190885"/>
            <a:ext cx="628650" cy="9525"/>
          </a:xfrm>
          <a:prstGeom xmlns:a="http://schemas.openxmlformats.org/drawingml/2006/main" prst="straightConnector1">
            <a:avLst/>
          </a:prstGeom>
          <a:ln xmlns:a="http://schemas.openxmlformats.org/drawingml/2006/main" w="19050">
            <a:solidFill>
              <a:srgbClr val="B9FF2C"/>
            </a:solidFill>
            <a:prstDash val="solid"/>
            <a:tailEnd type="arrow" w="med" len="med"/>
          </a:ln>
        </p:spPr>
      </p:cxnSp>
      <p:cxnSp>
        <p:nvCxnSpPr>
          <p:cNvPr id="451" name="직선 화살표 연결선 129"/>
          <p:cNvCxnSpPr>
            <a:stCxn xmlns:a="http://schemas.openxmlformats.org/drawingml/2006/main" id="47" idx="3"/>
            <a:endCxn xmlns:a="http://schemas.openxmlformats.org/drawingml/2006/main" id="49" idx="1"/>
          </p:cNvCxnSpPr>
          <p:nvPr/>
        </p:nvCxnSpPr>
        <p:spPr>
          <a:xfrm xmlns:a="http://schemas.openxmlformats.org/drawingml/2006/main">
            <a:off x="5819215" y="5190885"/>
            <a:ext cx="438150" cy="0"/>
          </a:xfrm>
          <a:prstGeom xmlns:a="http://schemas.openxmlformats.org/drawingml/2006/main" prst="straightConnector1">
            <a:avLst/>
          </a:prstGeom>
          <a:ln xmlns:a="http://schemas.openxmlformats.org/drawingml/2006/main" w="19050">
            <a:solidFill>
              <a:srgbClr val="B9FF2C"/>
            </a:solidFill>
            <a:prstDash val="solid"/>
            <a:tailEnd type="arrow" w="med" len="med"/>
          </a:ln>
        </p:spPr>
      </p:cxnSp>
      <p:cxnSp>
        <p:nvCxnSpPr>
          <p:cNvPr id="452" name="직선 화살표 연결선 130"/>
          <p:cNvCxnSpPr>
            <a:stCxn xmlns:a="http://schemas.openxmlformats.org/drawingml/2006/main" id="51" idx="0"/>
            <a:endCxn xmlns:a="http://schemas.openxmlformats.org/drawingml/2006/main" id="47" idx="2"/>
          </p:cNvCxnSpPr>
          <p:nvPr/>
        </p:nvCxnSpPr>
        <p:spPr>
          <a:xfrm xmlns:a="http://schemas.openxmlformats.org/drawingml/2006/main" flipH="1" flipV="1">
            <a:off x="5095315" y="5533785"/>
            <a:ext cx="5603" cy="304679"/>
          </a:xfrm>
          <a:prstGeom xmlns:a="http://schemas.openxmlformats.org/drawingml/2006/main" prst="straightConnector1">
            <a:avLst/>
          </a:prstGeom>
          <a:ln xmlns:a="http://schemas.openxmlformats.org/drawingml/2006/main" w="14288">
            <a:solidFill>
              <a:srgbClr val="F4C84B"/>
            </a:solidFill>
            <a:prstDash val="dash"/>
            <a:tailEnd type="arrow" w="med" len="med"/>
          </a:ln>
        </p:spPr>
      </p:cxnSp>
      <p:sp>
        <p:nvSpPr>
          <p:cNvPr id="66" name="직사각형 65">
            <a:extLst xmlns:a="http://schemas.openxmlformats.org/drawingml/2006/main">
              <a:ext uri="{FF2B5EF4-FFF2-40B4-BE49-F238E27FC236}">
                <a16:creationId xmlns:a16="http://schemas.microsoft.com/office/drawing/2014/main" id="{2AC0D9F0-2AFC-4981-BF82-51C94DD12DB0}"/>
              </a:ext>
            </a:extLst>
          </p:cNvPr>
          <p:cNvSpPr>
            <a:spLocks xmlns:a="http://schemas.openxmlformats.org/drawingml/2006/main" noGrp="1"/>
          </p:cNvSpPr>
          <p:nvPr/>
        </p:nvSpPr>
        <p:spPr>
          <a:xfrm xmlns:a="http://schemas.openxmlformats.org/drawingml/2006/main">
            <a:off x="2782809" y="2522484"/>
            <a:ext cx="1047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675" b="1">
                <a:solidFill>
                  <a:srgbClr val="B9FF2C"/>
                </a:solidFill>
                <a:latin typeface="Pretendard"/>
                <a:ea typeface="Pretendard"/>
                <a:cs typeface="Pretendard"/>
              </a:defRPr>
            </a:pPr>
            <a:r>
              <a:rPr sz="1050" b="1">
                <a:solidFill>
                  <a:srgbClr val="42D9D0"/>
                </a:solidFill>
                <a:latin typeface="Pretendard"/>
                <a:ea typeface="Pretendard"/>
                <a:cs typeface="Pretendard"/>
              </a:rPr>
              <a:t>t+3 frame load</a:t>
            </a:r>
          </a:p>
        </p:txBody>
      </p:sp>
      <p:cxnSp>
        <p:nvCxnSpPr>
          <p:cNvPr id="454" name="직선 화살표 연결선 125"/>
          <p:cNvCxnSpPr>
            <a:endCxn xmlns:a="http://schemas.openxmlformats.org/drawingml/2006/main" id="7" idx="2"/>
          </p:cNvCxnSpPr>
          <p:nvPr/>
        </p:nvCxnSpPr>
        <p:spPr>
          <a:xfrm xmlns:a="http://schemas.openxmlformats.org/drawingml/2006/main" flipV="1">
            <a:off x="2667000" y="2403422"/>
            <a:ext cx="0" cy="1387288"/>
          </a:xfrm>
          <a:prstGeom xmlns:a="http://schemas.openxmlformats.org/drawingml/2006/main" prst="straightConnector1">
            <a:avLst/>
          </a:prstGeom>
          <a:ln xmlns:a="http://schemas.openxmlformats.org/drawingml/2006/main" w="19050">
            <a:solidFill>
              <a:srgbClr val="42D9D0"/>
            </a:solidFill>
            <a:prstDash val="solid"/>
            <a:tailEnd type="arrow" w="med" len="med"/>
          </a:ln>
        </p:spPr>
      </p:cxnSp>
      <p:sp>
        <p:nvSpPr>
          <p:cNvPr id="11" name="직사각형 10">
            <a:extLst xmlns:a="http://schemas.openxmlformats.org/drawingml/2006/main">
              <a:ext uri="{FF2B5EF4-FFF2-40B4-BE49-F238E27FC236}">
                <a16:creationId xmlns:a16="http://schemas.microsoft.com/office/drawing/2014/main" id="{8EB10906-32FD-4D09-9410-C8F2F15D6E72}"/>
              </a:ext>
            </a:extLst>
          </p:cNvPr>
          <p:cNvSpPr>
            <a:spLocks xmlns:a="http://schemas.openxmlformats.org/drawingml/2006/main" noGrp="1"/>
          </p:cNvSpPr>
          <p:nvPr/>
        </p:nvSpPr>
        <p:spPr>
          <a:xfrm xmlns:a="http://schemas.openxmlformats.org/drawingml/2006/main">
            <a:off x="6871368" y="1769248"/>
            <a:ext cx="95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900" b="1">
                <a:solidFill>
                  <a:srgbClr val="F5F7F5"/>
                </a:solidFill>
                <a:latin typeface="Pretendard"/>
                <a:ea typeface="Pretendard"/>
                <a:cs typeface="Pretendard"/>
              </a:defRPr>
            </a:pPr>
            <a:r>
              <a:rPr sz="1207" b="1">
                <a:solidFill>
                  <a:srgbClr val="F5F7F5"/>
                </a:solidFill>
                <a:latin typeface="Pretendard"/>
                <a:ea typeface="Pretendard"/>
                <a:cs typeface="Pretendard"/>
              </a:rPr>
              <a:t>detection</a:t>
            </a:r>
          </a:p>
        </p:txBody>
      </p:sp>
    </p:spTree>
    <p:extLst>
      <p:ext uri="{BB962C8B-B14F-4D97-AF65-F5344CB8AC3E}">
        <p14:creationId xmlns:p14="http://schemas.microsoft.com/office/powerpoint/2010/main" val="1175429990"/>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148c2ae65bf4e7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26509295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16f1ae1aaa8438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014281120"/>
      </p:ext>
    </p:extLst>
  </p:cSld>
</p:sld>
</file>

<file path=ppt/slides/slide10.xml><?xml version="1.0" encoding="utf-8"?>
<p:sld xmlns:p="http://schemas.openxmlformats.org/presentationml/2006/main">
  <p:cSld>
    <p:bg>
      <p:bgPr>
        <a:solidFill xmlns:a="http://schemas.openxmlformats.org/drawingml/2006/main">
          <a:srgbClr val="070A08"/>
        </a:solidFill>
      </p:bgPr>
    </p:bg>
    <p:spTree>
      <p:nvGrpSpPr>
        <p:cNvPr id="1" name=""/>
        <p:cNvGrpSpPr/>
        <p:nvPr/>
      </p:nvGrpSpPr>
      <p:grpSpPr>
        <a:xfrm xmlns:a="http://schemas.openxmlformats.org/drawingml/2006/main"/>
      </p:grpSpPr>
      <p:sp>
        <p:nvSpPr>
          <p:cNvPr id="28" name="직사각형 27">
            <a:extLst xmlns:a="http://schemas.openxmlformats.org/drawingml/2006/main">
              <a:ext uri="{FF2B5EF4-FFF2-40B4-BE49-F238E27FC236}">
                <a16:creationId xmlns:a16="http://schemas.microsoft.com/office/drawing/2014/main" id="{27D6AB7C-A634-4E66-A9AD-3733A66CAB8F}"/>
              </a:ext>
            </a:extLst>
          </p:cNvPr>
          <p:cNvSpPr>
            <a:spLocks xmlns:a="http://schemas.openxmlformats.org/drawingml/2006/main" noGrp="1"/>
          </p:cNvSpPr>
          <p:nvPr/>
        </p:nvSpPr>
        <p:spPr>
          <a:xfrm xmlns:a="http://schemas.openxmlformats.org/drawingml/2006/main">
            <a:off x="400050" y="228600"/>
            <a:ext cx="4572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750" b="1">
                <a:solidFill>
                  <a:srgbClr val="B9FF2C"/>
                </a:solidFill>
                <a:latin typeface="Pretendard"/>
                <a:ea typeface="Pretendard"/>
                <a:cs typeface="Pretendard"/>
              </a:defRPr>
            </a:pPr>
            <a:r>
              <a:rPr sz="1610" b="1">
                <a:solidFill>
                  <a:srgbClr val="B9FF2C"/>
                </a:solidFill>
                <a:latin typeface="Pretendard"/>
                <a:ea typeface="Pretendard"/>
                <a:cs typeface="Pretendard"/>
              </a:rPr>
              <a:t>04 · 분석 파이프라인</a:t>
            </a:r>
          </a:p>
        </p:txBody>
      </p:sp>
      <p:sp>
        <p:nvSpPr>
          <p:cNvPr id="2" name="직사각형 1">
            <a:extLst xmlns:a="http://schemas.openxmlformats.org/drawingml/2006/main">
              <a:ext uri="{FF2B5EF4-FFF2-40B4-BE49-F238E27FC236}">
                <a16:creationId xmlns:a16="http://schemas.microsoft.com/office/drawing/2014/main" id="{72541A09-0B20-4882-B589-6F260A11FA5E}"/>
              </a:ext>
            </a:extLst>
          </p:cNvPr>
          <p:cNvSpPr>
            <a:spLocks xmlns:a="http://schemas.openxmlformats.org/drawingml/2006/main" noGrp="1"/>
          </p:cNvSpPr>
          <p:nvPr/>
        </p:nvSpPr>
        <p:spPr>
          <a:xfrm xmlns:a="http://schemas.openxmlformats.org/drawingml/2006/main">
            <a:off x="11372850" y="2286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750" b="0">
                <a:solidFill>
                  <a:srgbClr val="98A099"/>
                </a:solidFill>
                <a:latin typeface="Pretendard"/>
                <a:ea typeface="Pretendard"/>
                <a:cs typeface="Pretendard"/>
              </a:defRPr>
            </a:pPr>
            <a:r>
              <a:rPr sz="1050" b="0">
                <a:solidFill>
                  <a:srgbClr val="98A099"/>
                </a:solidFill>
                <a:latin typeface="Pretendard"/>
                <a:ea typeface="Pretendard"/>
                <a:cs typeface="Pretendard"/>
              </a:rPr>
              <a:t>08</a:t>
            </a:r>
          </a:p>
        </p:txBody>
      </p:sp>
      <p:sp>
        <p:nvSpPr>
          <p:cNvPr id="3" name="직사각형 2">
            <a:extLst xmlns:a="http://schemas.openxmlformats.org/drawingml/2006/main">
              <a:ext uri="{FF2B5EF4-FFF2-40B4-BE49-F238E27FC236}">
                <a16:creationId xmlns:a16="http://schemas.microsoft.com/office/drawing/2014/main" id="{07D61100-35F8-4B24-8042-C46EC8EC02C1}"/>
              </a:ext>
            </a:extLst>
          </p:cNvPr>
          <p:cNvSpPr>
            <a:spLocks xmlns:a="http://schemas.openxmlformats.org/drawingml/2006/main" noGrp="1"/>
          </p:cNvSpPr>
          <p:nvPr/>
        </p:nvSpPr>
        <p:spPr>
          <a:xfrm xmlns:a="http://schemas.openxmlformats.org/drawingml/2006/main">
            <a:off x="400050" y="685800"/>
            <a:ext cx="10839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325" b="1">
                <a:solidFill>
                  <a:srgbClr val="F5F7F5"/>
                </a:solidFill>
                <a:latin typeface="Pretendard"/>
                <a:ea typeface="Pretendard"/>
                <a:cs typeface="Pretendard"/>
              </a:defRPr>
            </a:pPr>
            <a:r>
              <a:rPr sz="3680" b="1">
                <a:solidFill>
                  <a:srgbClr val="F5F7F5"/>
                </a:solidFill>
                <a:latin typeface="Pretendard"/>
                <a:ea typeface="Pretendard"/>
                <a:cs typeface="Pretendard"/>
              </a:rPr>
              <a:t>네 가지 자세 피처</a:t>
            </a:r>
          </a:p>
        </p:txBody>
      </p:sp>
      <p:sp>
        <p:nvSpPr>
          <p:cNvPr id="4" name="직선 연결선[R] 3">
            <a:extLst xmlns:a="http://schemas.openxmlformats.org/drawingml/2006/main">
              <a:ext uri="{FF2B5EF4-FFF2-40B4-BE49-F238E27FC236}">
                <a16:creationId xmlns:a16="http://schemas.microsoft.com/office/drawing/2014/main" id="{DFC3689C-5177-46FE-91CD-3479F1F21BEC}"/>
              </a:ext>
            </a:extLst>
          </p:cNvPr>
          <p:cNvSpPr>
            <a:spLocks xmlns:a="http://schemas.openxmlformats.org/drawingml/2006/main" noGrp="1"/>
          </p:cNvSpPr>
          <p:nvPr/>
        </p:nvSpPr>
        <p:spPr>
          <a:xfrm xmlns:a="http://schemas.openxmlformats.org/drawingml/2006/main">
            <a:off x="400050" y="1257300"/>
            <a:ext cx="11372850" cy="0"/>
          </a:xfrm>
          <a:prstGeom xmlns:a="http://schemas.openxmlformats.org/drawingml/2006/main" prst="line">
            <a:avLst/>
          </a:prstGeom>
          <a:noFill xmlns:a="http://schemas.openxmlformats.org/drawingml/2006/main"/>
          <a:ln xmlns:a="http://schemas.openxmlformats.org/drawingml/2006/main" w="9525">
            <a:solidFill>
              <a:srgbClr val="283029"/>
            </a:solidFill>
            <a:prstDash val="solid"/>
          </a:ln>
        </p:spPr>
      </p:sp>
      <p:sp>
        <p:nvSpPr>
          <p:cNvPr id="6" name="모서리가 둥근 직사각형 5">
            <a:extLst xmlns:a="http://schemas.openxmlformats.org/drawingml/2006/main">
              <a:ext uri="{FF2B5EF4-FFF2-40B4-BE49-F238E27FC236}">
                <a16:creationId xmlns:a16="http://schemas.microsoft.com/office/drawing/2014/main" id="{3790387F-CAF4-45D0-9221-A7F0A37EDF0F}"/>
              </a:ext>
            </a:extLst>
          </p:cNvPr>
          <p:cNvSpPr>
            <a:spLocks xmlns:a="http://schemas.openxmlformats.org/drawingml/2006/main" noGrp="1"/>
          </p:cNvSpPr>
          <p:nvPr/>
        </p:nvSpPr>
        <p:spPr>
          <a:xfrm xmlns:a="http://schemas.openxmlformats.org/drawingml/2006/main">
            <a:off x="400050" y="1752600"/>
            <a:ext cx="2514600" cy="3390900"/>
          </a:xfrm>
          <a:prstGeom xmlns:a="http://schemas.openxmlformats.org/drawingml/2006/main" prst="roundRect">
            <a:avLst>
              <a:gd name="adj" fmla="val 3788"/>
            </a:avLst>
          </a:prstGeom>
          <a:solidFill xmlns:a="http://schemas.openxmlformats.org/drawingml/2006/main">
            <a:srgbClr val="020302"/>
          </a:solidFill>
          <a:ln xmlns:a="http://schemas.openxmlformats.org/drawingml/2006/main" w="9525">
            <a:solidFill>
              <a:srgbClr val="283029"/>
            </a:solidFill>
            <a:prstDash val="solid"/>
          </a:ln>
        </p:spPr>
      </p:sp>
      <p:pic>
        <p:nvPicPr>
          <p:cNvPr id="38" name="그림 33"/>
          <p:cNvPicPr>
            <a:picLocks xmlns:a="http://schemas.openxmlformats.org/drawingml/2006/main" noChangeAspect="1"/>
          </p:cNvPicPr>
          <p:nvPr/>
        </p:nvPicPr>
        <p:blipFill>
          <a:blip xmlns:r="http://schemas.openxmlformats.org/officeDocument/2006/relationships" xmlns:a="http://schemas.openxmlformats.org/drawingml/2006/main" r:embed="Rc9388a84ebc54482"/>
          <a:stretch xmlns:a="http://schemas.openxmlformats.org/drawingml/2006/main"/>
        </p:blipFill>
        <p:spPr>
          <a:xfrm xmlns:a="http://schemas.openxmlformats.org/drawingml/2006/main">
            <a:off x="781050" y="1809750"/>
            <a:ext cx="1752600" cy="3257550"/>
          </a:xfrm>
          <a:prstGeom xmlns:a="http://schemas.openxmlformats.org/drawingml/2006/main" prst="rect">
            <a:avLst/>
          </a:prstGeom>
        </p:spPr>
      </p:pic>
      <p:sp>
        <p:nvSpPr>
          <p:cNvPr id="8" name="직사각형 7">
            <a:extLst xmlns:a="http://schemas.openxmlformats.org/drawingml/2006/main">
              <a:ext uri="{FF2B5EF4-FFF2-40B4-BE49-F238E27FC236}">
                <a16:creationId xmlns:a16="http://schemas.microsoft.com/office/drawing/2014/main" id="{3D5F7568-233C-405D-A58D-00FDBE4C78E0}"/>
              </a:ext>
            </a:extLst>
          </p:cNvPr>
          <p:cNvSpPr>
            <a:spLocks xmlns:a="http://schemas.openxmlformats.org/drawingml/2006/main" noGrp="1"/>
          </p:cNvSpPr>
          <p:nvPr/>
        </p:nvSpPr>
        <p:spPr>
          <a:xfrm xmlns:a="http://schemas.openxmlformats.org/drawingml/2006/main">
            <a:off x="400050" y="5276850"/>
            <a:ext cx="28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825" b="1">
                <a:solidFill>
                  <a:srgbClr val="B9FF2C"/>
                </a:solidFill>
                <a:latin typeface="Pretendard"/>
                <a:ea typeface="Pretendard"/>
                <a:cs typeface="Pretendard"/>
              </a:defRPr>
            </a:pPr>
            <a:r>
              <a:rPr sz="1050" b="1">
                <a:solidFill>
                  <a:srgbClr val="B9FF2C"/>
                </a:solidFill>
                <a:latin typeface="Pretendard"/>
                <a:ea typeface="Pretendard"/>
                <a:cs typeface="Pretendard"/>
              </a:rPr>
              <a:t>01</a:t>
            </a:r>
          </a:p>
        </p:txBody>
      </p:sp>
      <p:sp>
        <p:nvSpPr>
          <p:cNvPr id="9" name="직사각형 8">
            <a:extLst xmlns:a="http://schemas.openxmlformats.org/drawingml/2006/main">
              <a:ext uri="{FF2B5EF4-FFF2-40B4-BE49-F238E27FC236}">
                <a16:creationId xmlns:a16="http://schemas.microsoft.com/office/drawing/2014/main" id="{92644EF7-518D-4887-9C34-EBADFD7D9127}"/>
              </a:ext>
            </a:extLst>
          </p:cNvPr>
          <p:cNvSpPr>
            <a:spLocks xmlns:a="http://schemas.openxmlformats.org/drawingml/2006/main" noGrp="1"/>
          </p:cNvSpPr>
          <p:nvPr/>
        </p:nvSpPr>
        <p:spPr>
          <a:xfrm xmlns:a="http://schemas.openxmlformats.org/drawingml/2006/main">
            <a:off x="762000" y="523875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F5F7F5"/>
                </a:solidFill>
                <a:latin typeface="Pretendard"/>
                <a:ea typeface="Pretendard"/>
                <a:cs typeface="Pretendard"/>
              </a:defRPr>
            </a:pPr>
            <a:r>
              <a:rPr sz="1811" b="1">
                <a:solidFill>
                  <a:srgbClr val="F5F7F5"/>
                </a:solidFill>
                <a:latin typeface="Pretendard"/>
                <a:ea typeface="Pretendard"/>
                <a:cs typeface="Pretendard"/>
              </a:rPr>
              <a:t>골반 수직 진동</a:t>
            </a:r>
          </a:p>
        </p:txBody>
      </p:sp>
      <p:sp>
        <p:nvSpPr>
          <p:cNvPr id="10" name="직사각형 9">
            <a:extLst xmlns:a="http://schemas.openxmlformats.org/drawingml/2006/main">
              <a:ext uri="{FF2B5EF4-FFF2-40B4-BE49-F238E27FC236}">
                <a16:creationId xmlns:a16="http://schemas.microsoft.com/office/drawing/2014/main" id="{19DDCABE-3ED2-4929-81C0-0722144A73A9}"/>
              </a:ext>
            </a:extLst>
          </p:cNvPr>
          <p:cNvSpPr>
            <a:spLocks xmlns:a="http://schemas.openxmlformats.org/drawingml/2006/main" noGrp="1"/>
          </p:cNvSpPr>
          <p:nvPr/>
        </p:nvSpPr>
        <p:spPr>
          <a:xfrm xmlns:a="http://schemas.openxmlformats.org/drawingml/2006/main">
            <a:off x="761999" y="5581650"/>
            <a:ext cx="2288561"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0">
                <a:solidFill>
                  <a:srgbClr val="98A099"/>
                </a:solidFill>
                <a:latin typeface="Pretendard"/>
                <a:ea typeface="Pretendard"/>
                <a:cs typeface="Pretendard"/>
              </a:defRPr>
            </a:pPr>
            <a:r>
              <a:rPr sz="1400" b="0">
                <a:solidFill>
                  <a:srgbClr val="98A099"/>
                </a:solidFill>
                <a:latin typeface="Pretendard"/>
                <a:ea typeface="Pretendard"/>
                <a:cs typeface="Pretendard"/>
              </a:rPr>
              <a:t>접지 중 골반 높이 변화 ÷ 신장</a:t>
            </a:r>
          </a:p>
        </p:txBody>
      </p:sp>
      <p:sp>
        <p:nvSpPr>
          <p:cNvPr id="11" name="모서리가 둥근 직사각형 10">
            <a:extLst xmlns:a="http://schemas.openxmlformats.org/drawingml/2006/main">
              <a:ext uri="{FF2B5EF4-FFF2-40B4-BE49-F238E27FC236}">
                <a16:creationId xmlns:a16="http://schemas.microsoft.com/office/drawing/2014/main" id="{8C6E1537-4798-4588-96ED-0674EBE30944}"/>
              </a:ext>
            </a:extLst>
          </p:cNvPr>
          <p:cNvSpPr>
            <a:spLocks xmlns:a="http://schemas.openxmlformats.org/drawingml/2006/main" noGrp="1"/>
          </p:cNvSpPr>
          <p:nvPr/>
        </p:nvSpPr>
        <p:spPr>
          <a:xfrm xmlns:a="http://schemas.openxmlformats.org/drawingml/2006/main">
            <a:off x="3276600" y="1752600"/>
            <a:ext cx="2514600" cy="3390900"/>
          </a:xfrm>
          <a:prstGeom xmlns:a="http://schemas.openxmlformats.org/drawingml/2006/main" prst="roundRect">
            <a:avLst>
              <a:gd name="adj" fmla="val 3788"/>
            </a:avLst>
          </a:prstGeom>
          <a:solidFill xmlns:a="http://schemas.openxmlformats.org/drawingml/2006/main">
            <a:srgbClr val="020302"/>
          </a:solidFill>
          <a:ln xmlns:a="http://schemas.openxmlformats.org/drawingml/2006/main" w="9525">
            <a:solidFill>
              <a:srgbClr val="283029"/>
            </a:solidFill>
            <a:prstDash val="solid"/>
          </a:ln>
        </p:spPr>
      </p:sp>
      <p:pic>
        <p:nvPicPr>
          <p:cNvPr id="43" name="그림 38"/>
          <p:cNvPicPr>
            <a:picLocks xmlns:a="http://schemas.openxmlformats.org/drawingml/2006/main" noChangeAspect="1"/>
          </p:cNvPicPr>
          <p:nvPr/>
        </p:nvPicPr>
        <p:blipFill>
          <a:blip xmlns:r="http://schemas.openxmlformats.org/officeDocument/2006/relationships" xmlns:a="http://schemas.openxmlformats.org/drawingml/2006/main" r:embed="R801ea4bae7af4cec"/>
          <a:stretch xmlns:a="http://schemas.openxmlformats.org/drawingml/2006/main"/>
        </p:blipFill>
        <p:spPr>
          <a:xfrm xmlns:a="http://schemas.openxmlformats.org/drawingml/2006/main">
            <a:off x="3657600" y="1809750"/>
            <a:ext cx="1752600" cy="3257550"/>
          </a:xfrm>
          <a:prstGeom xmlns:a="http://schemas.openxmlformats.org/drawingml/2006/main" prst="rect">
            <a:avLst/>
          </a:prstGeom>
        </p:spPr>
      </p:pic>
      <p:sp>
        <p:nvSpPr>
          <p:cNvPr id="13" name="직사각형 12">
            <a:extLst xmlns:a="http://schemas.openxmlformats.org/drawingml/2006/main">
              <a:ext uri="{FF2B5EF4-FFF2-40B4-BE49-F238E27FC236}">
                <a16:creationId xmlns:a16="http://schemas.microsoft.com/office/drawing/2014/main" id="{09309AB3-57B8-42A5-ADA3-EBF3F947E155}"/>
              </a:ext>
            </a:extLst>
          </p:cNvPr>
          <p:cNvSpPr>
            <a:spLocks xmlns:a="http://schemas.openxmlformats.org/drawingml/2006/main" noGrp="1"/>
          </p:cNvSpPr>
          <p:nvPr/>
        </p:nvSpPr>
        <p:spPr>
          <a:xfrm xmlns:a="http://schemas.openxmlformats.org/drawingml/2006/main">
            <a:off x="3276600" y="5276850"/>
            <a:ext cx="28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825" b="1">
                <a:solidFill>
                  <a:srgbClr val="B9FF2C"/>
                </a:solidFill>
                <a:latin typeface="Pretendard"/>
                <a:ea typeface="Pretendard"/>
                <a:cs typeface="Pretendard"/>
              </a:defRPr>
            </a:pPr>
            <a:r>
              <a:rPr sz="1050" b="1">
                <a:solidFill>
                  <a:srgbClr val="B9FF2C"/>
                </a:solidFill>
                <a:latin typeface="Pretendard"/>
                <a:ea typeface="Pretendard"/>
                <a:cs typeface="Pretendard"/>
              </a:rPr>
              <a:t>02</a:t>
            </a:r>
          </a:p>
        </p:txBody>
      </p:sp>
      <p:sp>
        <p:nvSpPr>
          <p:cNvPr id="14" name="직사각형 13">
            <a:extLst xmlns:a="http://schemas.openxmlformats.org/drawingml/2006/main">
              <a:ext uri="{FF2B5EF4-FFF2-40B4-BE49-F238E27FC236}">
                <a16:creationId xmlns:a16="http://schemas.microsoft.com/office/drawing/2014/main" id="{B37F7D32-DF11-4FD2-91C3-CE76D725E1E2}"/>
              </a:ext>
            </a:extLst>
          </p:cNvPr>
          <p:cNvSpPr>
            <a:spLocks xmlns:a="http://schemas.openxmlformats.org/drawingml/2006/main" noGrp="1"/>
          </p:cNvSpPr>
          <p:nvPr/>
        </p:nvSpPr>
        <p:spPr>
          <a:xfrm xmlns:a="http://schemas.openxmlformats.org/drawingml/2006/main">
            <a:off x="3638550" y="523875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F5F7F5"/>
                </a:solidFill>
                <a:latin typeface="Pretendard"/>
                <a:ea typeface="Pretendard"/>
                <a:cs typeface="Pretendard"/>
              </a:defRPr>
            </a:pPr>
            <a:r>
              <a:rPr sz="1811" b="1">
                <a:solidFill>
                  <a:srgbClr val="F5F7F5"/>
                </a:solidFill>
                <a:latin typeface="Pretendard"/>
                <a:ea typeface="Pretendard"/>
                <a:cs typeface="Pretendard"/>
              </a:rPr>
              <a:t>팔꿈치 각도</a:t>
            </a:r>
          </a:p>
        </p:txBody>
      </p:sp>
      <p:sp>
        <p:nvSpPr>
          <p:cNvPr id="15" name="직사각형 14">
            <a:extLst xmlns:a="http://schemas.openxmlformats.org/drawingml/2006/main">
              <a:ext uri="{FF2B5EF4-FFF2-40B4-BE49-F238E27FC236}">
                <a16:creationId xmlns:a16="http://schemas.microsoft.com/office/drawing/2014/main" id="{FF8AF2B0-8547-47CD-A1CA-20ED6DD4ABB3}"/>
              </a:ext>
            </a:extLst>
          </p:cNvPr>
          <p:cNvSpPr>
            <a:spLocks xmlns:a="http://schemas.openxmlformats.org/drawingml/2006/main" noGrp="1"/>
          </p:cNvSpPr>
          <p:nvPr/>
        </p:nvSpPr>
        <p:spPr>
          <a:xfrm xmlns:a="http://schemas.openxmlformats.org/drawingml/2006/main">
            <a:off x="3638550" y="5581650"/>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0">
                <a:solidFill>
                  <a:srgbClr val="98A099"/>
                </a:solidFill>
                <a:latin typeface="Pretendard"/>
                <a:ea typeface="Pretendard"/>
                <a:cs typeface="Pretendard"/>
              </a:defRPr>
            </a:pPr>
            <a:r>
              <a:rPr sz="1400" b="0">
                <a:solidFill>
                  <a:srgbClr val="98A099"/>
                </a:solidFill>
                <a:latin typeface="Pretendard"/>
                <a:ea typeface="Pretendard"/>
                <a:cs typeface="Pretendard"/>
              </a:rPr>
              <a:t>한 스트라이드의 각도 범위</a:t>
            </a:r>
          </a:p>
        </p:txBody>
      </p:sp>
      <p:sp>
        <p:nvSpPr>
          <p:cNvPr id="16" name="모서리가 둥근 직사각형 15">
            <a:extLst xmlns:a="http://schemas.openxmlformats.org/drawingml/2006/main">
              <a:ext uri="{FF2B5EF4-FFF2-40B4-BE49-F238E27FC236}">
                <a16:creationId xmlns:a16="http://schemas.microsoft.com/office/drawing/2014/main" id="{799F9686-6DF1-4DCF-9324-F4C948B29379}"/>
              </a:ext>
            </a:extLst>
          </p:cNvPr>
          <p:cNvSpPr>
            <a:spLocks xmlns:a="http://schemas.openxmlformats.org/drawingml/2006/main" noGrp="1"/>
          </p:cNvSpPr>
          <p:nvPr/>
        </p:nvSpPr>
        <p:spPr>
          <a:xfrm xmlns:a="http://schemas.openxmlformats.org/drawingml/2006/main">
            <a:off x="6153150" y="1752600"/>
            <a:ext cx="2514600" cy="3390900"/>
          </a:xfrm>
          <a:prstGeom xmlns:a="http://schemas.openxmlformats.org/drawingml/2006/main" prst="roundRect">
            <a:avLst>
              <a:gd name="adj" fmla="val 3788"/>
            </a:avLst>
          </a:prstGeom>
          <a:solidFill xmlns:a="http://schemas.openxmlformats.org/drawingml/2006/main">
            <a:srgbClr val="020302"/>
          </a:solidFill>
          <a:ln xmlns:a="http://schemas.openxmlformats.org/drawingml/2006/main" w="9525">
            <a:solidFill>
              <a:srgbClr val="283029"/>
            </a:solidFill>
            <a:prstDash val="solid"/>
          </a:ln>
        </p:spPr>
      </p:sp>
      <p:pic>
        <p:nvPicPr>
          <p:cNvPr id="48" name="그림 43"/>
          <p:cNvPicPr>
            <a:picLocks xmlns:a="http://schemas.openxmlformats.org/drawingml/2006/main" noChangeAspect="1"/>
          </p:cNvPicPr>
          <p:nvPr/>
        </p:nvPicPr>
        <p:blipFill>
          <a:blip xmlns:r="http://schemas.openxmlformats.org/officeDocument/2006/relationships" xmlns:a="http://schemas.openxmlformats.org/drawingml/2006/main" r:embed="R8ed3e884c4404969"/>
          <a:stretch xmlns:a="http://schemas.openxmlformats.org/drawingml/2006/main"/>
        </p:blipFill>
        <p:spPr>
          <a:xfrm xmlns:a="http://schemas.openxmlformats.org/drawingml/2006/main">
            <a:off x="6534150" y="1809750"/>
            <a:ext cx="1752600" cy="3257550"/>
          </a:xfrm>
          <a:prstGeom xmlns:a="http://schemas.openxmlformats.org/drawingml/2006/main" prst="rect">
            <a:avLst/>
          </a:prstGeom>
        </p:spPr>
      </p:pic>
      <p:sp>
        <p:nvSpPr>
          <p:cNvPr id="18" name="직사각형 17">
            <a:extLst xmlns:a="http://schemas.openxmlformats.org/drawingml/2006/main">
              <a:ext uri="{FF2B5EF4-FFF2-40B4-BE49-F238E27FC236}">
                <a16:creationId xmlns:a16="http://schemas.microsoft.com/office/drawing/2014/main" id="{0FF36B0A-65F0-49DB-85A5-808E98C476F2}"/>
              </a:ext>
            </a:extLst>
          </p:cNvPr>
          <p:cNvSpPr>
            <a:spLocks xmlns:a="http://schemas.openxmlformats.org/drawingml/2006/main" noGrp="1"/>
          </p:cNvSpPr>
          <p:nvPr/>
        </p:nvSpPr>
        <p:spPr>
          <a:xfrm xmlns:a="http://schemas.openxmlformats.org/drawingml/2006/main">
            <a:off x="6153150" y="5276850"/>
            <a:ext cx="28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825" b="1">
                <a:solidFill>
                  <a:srgbClr val="B9FF2C"/>
                </a:solidFill>
                <a:latin typeface="Pretendard"/>
                <a:ea typeface="Pretendard"/>
                <a:cs typeface="Pretendard"/>
              </a:defRPr>
            </a:pPr>
            <a:r>
              <a:rPr sz="1050" b="1">
                <a:solidFill>
                  <a:srgbClr val="B9FF2C"/>
                </a:solidFill>
                <a:latin typeface="Pretendard"/>
                <a:ea typeface="Pretendard"/>
                <a:cs typeface="Pretendard"/>
              </a:rPr>
              <a:t>03</a:t>
            </a:r>
          </a:p>
        </p:txBody>
      </p:sp>
      <p:sp>
        <p:nvSpPr>
          <p:cNvPr id="19" name="직사각형 18">
            <a:extLst xmlns:a="http://schemas.openxmlformats.org/drawingml/2006/main">
              <a:ext uri="{FF2B5EF4-FFF2-40B4-BE49-F238E27FC236}">
                <a16:creationId xmlns:a16="http://schemas.microsoft.com/office/drawing/2014/main" id="{7F5B2E8B-E438-4820-8211-E4D5B5A1544A}"/>
              </a:ext>
            </a:extLst>
          </p:cNvPr>
          <p:cNvSpPr>
            <a:spLocks xmlns:a="http://schemas.openxmlformats.org/drawingml/2006/main" noGrp="1"/>
          </p:cNvSpPr>
          <p:nvPr/>
        </p:nvSpPr>
        <p:spPr>
          <a:xfrm xmlns:a="http://schemas.openxmlformats.org/drawingml/2006/main">
            <a:off x="6515100" y="523875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F5F7F5"/>
                </a:solidFill>
                <a:latin typeface="Pretendard"/>
                <a:ea typeface="Pretendard"/>
                <a:cs typeface="Pretendard"/>
              </a:defRPr>
            </a:pPr>
            <a:r>
              <a:rPr sz="1811" b="1">
                <a:solidFill>
                  <a:srgbClr val="F5F7F5"/>
                </a:solidFill>
                <a:latin typeface="Pretendard"/>
                <a:ea typeface="Pretendard"/>
                <a:cs typeface="Pretendard"/>
              </a:rPr>
              <a:t>몸통 굴곡</a:t>
            </a:r>
          </a:p>
        </p:txBody>
      </p:sp>
      <p:sp>
        <p:nvSpPr>
          <p:cNvPr id="20" name="직사각형 19">
            <a:extLst xmlns:a="http://schemas.openxmlformats.org/drawingml/2006/main">
              <a:ext uri="{FF2B5EF4-FFF2-40B4-BE49-F238E27FC236}">
                <a16:creationId xmlns:a16="http://schemas.microsoft.com/office/drawing/2014/main" id="{8A1D2F43-7984-461F-87B8-4D7472E9974A}"/>
              </a:ext>
            </a:extLst>
          </p:cNvPr>
          <p:cNvSpPr>
            <a:spLocks xmlns:a="http://schemas.openxmlformats.org/drawingml/2006/main" noGrp="1"/>
          </p:cNvSpPr>
          <p:nvPr/>
        </p:nvSpPr>
        <p:spPr>
          <a:xfrm xmlns:a="http://schemas.openxmlformats.org/drawingml/2006/main">
            <a:off x="6515100" y="5581649"/>
            <a:ext cx="2095500" cy="4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0">
                <a:solidFill>
                  <a:srgbClr val="98A099"/>
                </a:solidFill>
                <a:latin typeface="Pretendard"/>
                <a:ea typeface="Pretendard"/>
                <a:cs typeface="Pretendard"/>
              </a:defRPr>
            </a:pPr>
            <a:r>
              <a:rPr sz="1400" b="0">
                <a:solidFill>
                  <a:srgbClr val="98A099"/>
                </a:solidFill>
                <a:latin typeface="Pretendard"/>
                <a:ea typeface="Pretendard"/>
                <a:cs typeface="Pretendard"/>
              </a:rPr>
              <a:t>어깨 중심과 골반 중심의 기울기</a:t>
            </a:r>
          </a:p>
        </p:txBody>
      </p:sp>
      <p:sp>
        <p:nvSpPr>
          <p:cNvPr id="21" name="모서리가 둥근 직사각형 20">
            <a:extLst xmlns:a="http://schemas.openxmlformats.org/drawingml/2006/main">
              <a:ext uri="{FF2B5EF4-FFF2-40B4-BE49-F238E27FC236}">
                <a16:creationId xmlns:a16="http://schemas.microsoft.com/office/drawing/2014/main" id="{91869C3F-038C-4A33-BD40-8AD2F349CF03}"/>
              </a:ext>
            </a:extLst>
          </p:cNvPr>
          <p:cNvSpPr>
            <a:spLocks xmlns:a="http://schemas.openxmlformats.org/drawingml/2006/main" noGrp="1"/>
          </p:cNvSpPr>
          <p:nvPr/>
        </p:nvSpPr>
        <p:spPr>
          <a:xfrm xmlns:a="http://schemas.openxmlformats.org/drawingml/2006/main">
            <a:off x="9029700" y="1752600"/>
            <a:ext cx="2514600" cy="3390900"/>
          </a:xfrm>
          <a:prstGeom xmlns:a="http://schemas.openxmlformats.org/drawingml/2006/main" prst="roundRect">
            <a:avLst>
              <a:gd name="adj" fmla="val 3788"/>
            </a:avLst>
          </a:prstGeom>
          <a:solidFill xmlns:a="http://schemas.openxmlformats.org/drawingml/2006/main">
            <a:srgbClr val="020302"/>
          </a:solidFill>
          <a:ln xmlns:a="http://schemas.openxmlformats.org/drawingml/2006/main" w="9525">
            <a:solidFill>
              <a:srgbClr val="283029"/>
            </a:solidFill>
            <a:prstDash val="solid"/>
          </a:ln>
        </p:spPr>
      </p:sp>
      <p:pic>
        <p:nvPicPr>
          <p:cNvPr id="53" name="그림 48"/>
          <p:cNvPicPr>
            <a:picLocks xmlns:a="http://schemas.openxmlformats.org/drawingml/2006/main" noChangeAspect="1"/>
          </p:cNvPicPr>
          <p:nvPr/>
        </p:nvPicPr>
        <p:blipFill>
          <a:blip xmlns:r="http://schemas.openxmlformats.org/officeDocument/2006/relationships" xmlns:a="http://schemas.openxmlformats.org/drawingml/2006/main" r:embed="R40f60089dfe3440e"/>
          <a:stretch xmlns:a="http://schemas.openxmlformats.org/drawingml/2006/main"/>
        </p:blipFill>
        <p:spPr>
          <a:xfrm xmlns:a="http://schemas.openxmlformats.org/drawingml/2006/main">
            <a:off x="9410700" y="1809750"/>
            <a:ext cx="1752600" cy="3257550"/>
          </a:xfrm>
          <a:prstGeom xmlns:a="http://schemas.openxmlformats.org/drawingml/2006/main" prst="rect">
            <a:avLst/>
          </a:prstGeom>
        </p:spPr>
      </p:pic>
      <p:sp>
        <p:nvSpPr>
          <p:cNvPr id="23" name="직사각형 22">
            <a:extLst xmlns:a="http://schemas.openxmlformats.org/drawingml/2006/main">
              <a:ext uri="{FF2B5EF4-FFF2-40B4-BE49-F238E27FC236}">
                <a16:creationId xmlns:a16="http://schemas.microsoft.com/office/drawing/2014/main" id="{F30038F9-885F-4363-AB7F-066834332295}"/>
              </a:ext>
            </a:extLst>
          </p:cNvPr>
          <p:cNvSpPr>
            <a:spLocks xmlns:a="http://schemas.openxmlformats.org/drawingml/2006/main" noGrp="1"/>
          </p:cNvSpPr>
          <p:nvPr/>
        </p:nvSpPr>
        <p:spPr>
          <a:xfrm xmlns:a="http://schemas.openxmlformats.org/drawingml/2006/main">
            <a:off x="9029700" y="5276850"/>
            <a:ext cx="28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825" b="1">
                <a:solidFill>
                  <a:srgbClr val="B9FF2C"/>
                </a:solidFill>
                <a:latin typeface="Pretendard"/>
                <a:ea typeface="Pretendard"/>
                <a:cs typeface="Pretendard"/>
              </a:defRPr>
            </a:pPr>
            <a:r>
              <a:rPr sz="1050" b="1">
                <a:solidFill>
                  <a:srgbClr val="B9FF2C"/>
                </a:solidFill>
                <a:latin typeface="Pretendard"/>
                <a:ea typeface="Pretendard"/>
                <a:cs typeface="Pretendard"/>
              </a:rPr>
              <a:t>04</a:t>
            </a:r>
          </a:p>
        </p:txBody>
      </p:sp>
      <p:sp>
        <p:nvSpPr>
          <p:cNvPr id="24" name="직사각형 23">
            <a:extLst xmlns:a="http://schemas.openxmlformats.org/drawingml/2006/main">
              <a:ext uri="{FF2B5EF4-FFF2-40B4-BE49-F238E27FC236}">
                <a16:creationId xmlns:a16="http://schemas.microsoft.com/office/drawing/2014/main" id="{CCB16DC0-D22D-4322-B45B-6DA70F61F9A6}"/>
              </a:ext>
            </a:extLst>
          </p:cNvPr>
          <p:cNvSpPr>
            <a:spLocks xmlns:a="http://schemas.openxmlformats.org/drawingml/2006/main" noGrp="1"/>
          </p:cNvSpPr>
          <p:nvPr/>
        </p:nvSpPr>
        <p:spPr>
          <a:xfrm xmlns:a="http://schemas.openxmlformats.org/drawingml/2006/main">
            <a:off x="9391650" y="523875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F5F7F5"/>
                </a:solidFill>
                <a:latin typeface="Pretendard"/>
                <a:ea typeface="Pretendard"/>
                <a:cs typeface="Pretendard"/>
              </a:defRPr>
            </a:pPr>
            <a:r>
              <a:rPr sz="1811" b="1">
                <a:solidFill>
                  <a:srgbClr val="F5F7F5"/>
                </a:solidFill>
                <a:latin typeface="Pretendard"/>
                <a:ea typeface="Pretendard"/>
                <a:cs typeface="Pretendard"/>
              </a:rPr>
              <a:t>전방 자세 기울기</a:t>
            </a:r>
          </a:p>
        </p:txBody>
      </p:sp>
      <p:sp>
        <p:nvSpPr>
          <p:cNvPr id="25" name="직사각형 24">
            <a:extLst xmlns:a="http://schemas.openxmlformats.org/drawingml/2006/main">
              <a:ext uri="{FF2B5EF4-FFF2-40B4-BE49-F238E27FC236}">
                <a16:creationId xmlns:a16="http://schemas.microsoft.com/office/drawing/2014/main" id="{C7059FF3-B4DF-412B-849F-16A3B567C86D}"/>
              </a:ext>
            </a:extLst>
          </p:cNvPr>
          <p:cNvSpPr>
            <a:spLocks xmlns:a="http://schemas.openxmlformats.org/drawingml/2006/main" noGrp="1"/>
          </p:cNvSpPr>
          <p:nvPr/>
        </p:nvSpPr>
        <p:spPr>
          <a:xfrm xmlns:a="http://schemas.openxmlformats.org/drawingml/2006/main">
            <a:off x="9391650" y="5581650"/>
            <a:ext cx="2381250" cy="4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0">
                <a:solidFill>
                  <a:srgbClr val="98A099"/>
                </a:solidFill>
                <a:latin typeface="Pretendard"/>
                <a:ea typeface="Pretendard"/>
                <a:cs typeface="Pretendard"/>
              </a:defRPr>
            </a:pPr>
            <a:r>
              <a:rPr sz="1400" b="0">
                <a:solidFill>
                  <a:srgbClr val="98A099"/>
                </a:solidFill>
                <a:latin typeface="Pretendard"/>
                <a:ea typeface="Pretendard"/>
                <a:cs typeface="Pretendard"/>
              </a:rPr>
              <a:t>목과 발목을 잇는 선의 각도</a:t>
            </a:r>
          </a:p>
        </p:txBody>
      </p:sp>
    </p:spTree>
    <p:extLst>
      <p:ext uri="{BB962C8B-B14F-4D97-AF65-F5344CB8AC3E}">
        <p14:creationId xmlns:p14="http://schemas.microsoft.com/office/powerpoint/2010/main" val="746974151"/>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a49b0d9f70a407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664835139"/>
      </p:ext>
    </p:extLst>
  </p:cSld>
</p:sld>
</file>

<file path=ppt/slides/slide12.xml><?xml version="1.0" encoding="utf-8"?>
<p:sld xmlns:p="http://schemas.openxmlformats.org/presentationml/2006/main">
  <p:cSld>
    <p:bg>
      <p:bgPr>
        <a:solidFill xmlns:a="http://schemas.openxmlformats.org/drawingml/2006/main">
          <a:srgbClr val="070A08"/>
        </a:solidFill>
      </p:bgPr>
    </p:bg>
    <p:spTree>
      <p:nvGrpSpPr>
        <p:cNvPr id="1" name=""/>
        <p:cNvGrpSpPr/>
        <p:nvPr/>
      </p:nvGrpSpPr>
      <p:grpSpPr>
        <a:xfrm xmlns:a="http://schemas.openxmlformats.org/drawingml/2006/main"/>
      </p:grpSpPr>
      <p:sp>
        <p:nvSpPr>
          <p:cNvPr id="33" name="직사각형 32">
            <a:extLst xmlns:a="http://schemas.openxmlformats.org/drawingml/2006/main">
              <a:ext uri="{FF2B5EF4-FFF2-40B4-BE49-F238E27FC236}">
                <a16:creationId xmlns:a16="http://schemas.microsoft.com/office/drawing/2014/main" id="{335233A7-BB81-479D-BB11-C7AF61E802BE}"/>
              </a:ext>
            </a:extLst>
          </p:cNvPr>
          <p:cNvSpPr>
            <a:spLocks xmlns:a="http://schemas.openxmlformats.org/drawingml/2006/main" noGrp="1"/>
          </p:cNvSpPr>
          <p:nvPr/>
        </p:nvSpPr>
        <p:spPr>
          <a:xfrm xmlns:a="http://schemas.openxmlformats.org/drawingml/2006/main">
            <a:off x="400050" y="228600"/>
            <a:ext cx="4572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750" b="1">
                <a:solidFill>
                  <a:srgbClr val="B9FF2C"/>
                </a:solidFill>
                <a:latin typeface="Pretendard"/>
                <a:ea typeface="Pretendard"/>
                <a:cs typeface="Pretendard"/>
              </a:defRPr>
            </a:pPr>
            <a:r>
              <a:rPr sz="1610" b="1">
                <a:solidFill>
                  <a:srgbClr val="B9FF2C"/>
                </a:solidFill>
                <a:latin typeface="Pretendard"/>
                <a:ea typeface="Pretendard"/>
                <a:cs typeface="Pretendard"/>
              </a:rPr>
              <a:t>04 · 분석 파이프라인</a:t>
            </a:r>
          </a:p>
        </p:txBody>
      </p:sp>
      <p:sp>
        <p:nvSpPr>
          <p:cNvPr id="2" name="직사각형 1">
            <a:extLst xmlns:a="http://schemas.openxmlformats.org/drawingml/2006/main">
              <a:ext uri="{FF2B5EF4-FFF2-40B4-BE49-F238E27FC236}">
                <a16:creationId xmlns:a16="http://schemas.microsoft.com/office/drawing/2014/main" id="{76A1BBBC-4192-4A92-B541-0FB77EEA7D2E}"/>
              </a:ext>
            </a:extLst>
          </p:cNvPr>
          <p:cNvSpPr>
            <a:spLocks xmlns:a="http://schemas.openxmlformats.org/drawingml/2006/main" noGrp="1"/>
          </p:cNvSpPr>
          <p:nvPr/>
        </p:nvSpPr>
        <p:spPr>
          <a:xfrm xmlns:a="http://schemas.openxmlformats.org/drawingml/2006/main">
            <a:off x="11372850" y="2286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750" b="0">
                <a:solidFill>
                  <a:srgbClr val="98A099"/>
                </a:solidFill>
                <a:latin typeface="Pretendard"/>
                <a:ea typeface="Pretendard"/>
                <a:cs typeface="Pretendard"/>
              </a:defRPr>
            </a:pPr>
            <a:r>
              <a:rPr sz="1050">
                <a:solidFill>
                  <a:srgbClr val="98A099"/>
                </a:solidFill>
                <a:latin typeface="Pretendard"/>
                <a:ea typeface="Pretendard"/>
                <a:cs typeface="Pretendard"/>
              </a:rPr>
              <a:t>10</a:t>
            </a:r>
            <a:endParaRPr sz="1050" b="0">
              <a:solidFill>
                <a:srgbClr val="98A099"/>
              </a:solidFill>
              <a:latin typeface="Pretendard"/>
              <a:ea typeface="Pretendard"/>
              <a:cs typeface="Pretendard"/>
            </a:endParaRPr>
          </a:p>
        </p:txBody>
      </p:sp>
      <p:sp>
        <p:nvSpPr>
          <p:cNvPr id="3" name="직사각형 2">
            <a:extLst xmlns:a="http://schemas.openxmlformats.org/drawingml/2006/main">
              <a:ext uri="{FF2B5EF4-FFF2-40B4-BE49-F238E27FC236}">
                <a16:creationId xmlns:a16="http://schemas.microsoft.com/office/drawing/2014/main" id="{B2E22D58-66B0-4999-B979-99C7E0FD376B}"/>
              </a:ext>
            </a:extLst>
          </p:cNvPr>
          <p:cNvSpPr>
            <a:spLocks xmlns:a="http://schemas.openxmlformats.org/drawingml/2006/main" noGrp="1"/>
          </p:cNvSpPr>
          <p:nvPr/>
        </p:nvSpPr>
        <p:spPr>
          <a:xfrm xmlns:a="http://schemas.openxmlformats.org/drawingml/2006/main">
            <a:off x="400050" y="685800"/>
            <a:ext cx="10839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325" b="1">
                <a:solidFill>
                  <a:srgbClr val="F5F7F5"/>
                </a:solidFill>
                <a:latin typeface="Pretendard"/>
                <a:ea typeface="Pretendard"/>
                <a:cs typeface="Pretendard"/>
              </a:defRPr>
            </a:pPr>
            <a:r>
              <a:rPr sz="3680" b="1">
                <a:solidFill>
                  <a:srgbClr val="F5F7F5"/>
                </a:solidFill>
                <a:latin typeface="Pretendard"/>
                <a:ea typeface="Pretendard"/>
                <a:cs typeface="Pretendard"/>
              </a:rPr>
              <a:t>결과 피처와 Coach Agent</a:t>
            </a:r>
          </a:p>
        </p:txBody>
      </p:sp>
      <p:sp>
        <p:nvSpPr>
          <p:cNvPr id="4" name="직선 연결선[R] 3">
            <a:extLst xmlns:a="http://schemas.openxmlformats.org/drawingml/2006/main">
              <a:ext uri="{FF2B5EF4-FFF2-40B4-BE49-F238E27FC236}">
                <a16:creationId xmlns:a16="http://schemas.microsoft.com/office/drawing/2014/main" id="{362A939B-9B7D-4EDA-A41B-30724D073501}"/>
              </a:ext>
            </a:extLst>
          </p:cNvPr>
          <p:cNvSpPr>
            <a:spLocks xmlns:a="http://schemas.openxmlformats.org/drawingml/2006/main" noGrp="1"/>
          </p:cNvSpPr>
          <p:nvPr/>
        </p:nvSpPr>
        <p:spPr>
          <a:xfrm xmlns:a="http://schemas.openxmlformats.org/drawingml/2006/main">
            <a:off x="400050" y="1257300"/>
            <a:ext cx="11372850" cy="0"/>
          </a:xfrm>
          <a:prstGeom xmlns:a="http://schemas.openxmlformats.org/drawingml/2006/main" prst="line">
            <a:avLst/>
          </a:prstGeom>
          <a:noFill xmlns:a="http://schemas.openxmlformats.org/drawingml/2006/main"/>
          <a:ln xmlns:a="http://schemas.openxmlformats.org/drawingml/2006/main" w="9525">
            <a:solidFill>
              <a:srgbClr val="283029"/>
            </a:solidFill>
            <a:prstDash val="solid"/>
          </a:ln>
        </p:spPr>
      </p:sp>
      <p:sp>
        <p:nvSpPr>
          <p:cNvPr id="34" name="직사각형 33">
            <a:extLst xmlns:a="http://schemas.openxmlformats.org/drawingml/2006/main">
              <a:ext uri="{FF2B5EF4-FFF2-40B4-BE49-F238E27FC236}">
                <a16:creationId xmlns:a16="http://schemas.microsoft.com/office/drawing/2014/main" id="{97051F70-366A-4108-AF65-08C28C04178C}"/>
              </a:ext>
            </a:extLst>
          </p:cNvPr>
          <p:cNvSpPr>
            <a:spLocks xmlns:a="http://schemas.openxmlformats.org/drawingml/2006/main" noGrp="1"/>
          </p:cNvSpPr>
          <p:nvPr/>
        </p:nvSpPr>
        <p:spPr>
          <a:xfrm xmlns:a="http://schemas.openxmlformats.org/drawingml/2006/main">
            <a:off x="552450" y="18478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1">
                <a:solidFill>
                  <a:srgbClr val="B9FF2C"/>
                </a:solidFill>
                <a:latin typeface="Pretendard"/>
                <a:ea typeface="Pretendard"/>
                <a:cs typeface="Pretendard"/>
              </a:defRPr>
            </a:pPr>
            <a:r>
              <a:rPr sz="1400" b="1">
                <a:solidFill>
                  <a:srgbClr val="B9FF2C"/>
                </a:solidFill>
                <a:latin typeface="Pretendard"/>
                <a:ea typeface="Pretendard"/>
                <a:cs typeface="Pretendard"/>
              </a:rPr>
              <a:t>DETERMINISTIC</a:t>
            </a:r>
          </a:p>
        </p:txBody>
      </p:sp>
      <p:sp>
        <p:nvSpPr>
          <p:cNvPr id="35" name="직사각형 34">
            <a:extLst xmlns:a="http://schemas.openxmlformats.org/drawingml/2006/main">
              <a:ext uri="{FF2B5EF4-FFF2-40B4-BE49-F238E27FC236}">
                <a16:creationId xmlns:a16="http://schemas.microsoft.com/office/drawing/2014/main" id="{9991B2EB-789E-4A8A-8937-0ADFC9AE1259}"/>
              </a:ext>
            </a:extLst>
          </p:cNvPr>
          <p:cNvSpPr>
            <a:spLocks xmlns:a="http://schemas.openxmlformats.org/drawingml/2006/main" noGrp="1"/>
          </p:cNvSpPr>
          <p:nvPr/>
        </p:nvSpPr>
        <p:spPr>
          <a:xfrm xmlns:a="http://schemas.openxmlformats.org/drawingml/2006/main">
            <a:off x="552450" y="2190750"/>
            <a:ext cx="3562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250" b="1">
                <a:solidFill>
                  <a:srgbClr val="F5F7F5"/>
                </a:solidFill>
                <a:latin typeface="Pretendard"/>
                <a:ea typeface="Pretendard"/>
                <a:cs typeface="Pretendard"/>
              </a:defRPr>
            </a:pPr>
            <a:r>
              <a:rPr sz="2250" b="1">
                <a:solidFill>
                  <a:srgbClr val="F5F7F5"/>
                </a:solidFill>
                <a:latin typeface="Pretendard"/>
                <a:ea typeface="Pretendard"/>
                <a:cs typeface="Pretendard"/>
              </a:rPr>
              <a:t>피처 계산과 구간 판정</a:t>
            </a:r>
          </a:p>
        </p:txBody>
      </p:sp>
      <p:sp>
        <p:nvSpPr>
          <p:cNvPr id="37" name="모서리가 둥근 직사각형 36">
            <a:extLst xmlns:a="http://schemas.openxmlformats.org/drawingml/2006/main">
              <a:ext uri="{FF2B5EF4-FFF2-40B4-BE49-F238E27FC236}">
                <a16:creationId xmlns:a16="http://schemas.microsoft.com/office/drawing/2014/main" id="{2C11734F-C490-4E8F-93D0-FFB68FD537BA}"/>
              </a:ext>
            </a:extLst>
          </p:cNvPr>
          <p:cNvSpPr>
            <a:spLocks xmlns:a="http://schemas.openxmlformats.org/drawingml/2006/main" noGrp="1"/>
          </p:cNvSpPr>
          <p:nvPr/>
        </p:nvSpPr>
        <p:spPr>
          <a:xfrm xmlns:a="http://schemas.openxmlformats.org/drawingml/2006/main">
            <a:off x="552450" y="3028950"/>
            <a:ext cx="3448050" cy="2495550"/>
          </a:xfrm>
          <a:prstGeom xmlns:a="http://schemas.openxmlformats.org/drawingml/2006/main" prst="roundRect">
            <a:avLst>
              <a:gd name="adj" fmla="val 4505"/>
            </a:avLst>
          </a:prstGeom>
          <a:solidFill xmlns:a="http://schemas.openxmlformats.org/drawingml/2006/main">
            <a:srgbClr val="101512"/>
          </a:solidFill>
          <a:ln xmlns:a="http://schemas.openxmlformats.org/drawingml/2006/main" w="9525">
            <a:solidFill>
              <a:srgbClr val="283029"/>
            </a:solidFill>
            <a:prstDash val="solid"/>
          </a:ln>
        </p:spPr>
      </p:sp>
      <p:sp>
        <p:nvSpPr>
          <p:cNvPr id="38" name="직사각형 37">
            <a:extLst xmlns:a="http://schemas.openxmlformats.org/drawingml/2006/main">
              <a:ext uri="{FF2B5EF4-FFF2-40B4-BE49-F238E27FC236}">
                <a16:creationId xmlns:a16="http://schemas.microsoft.com/office/drawing/2014/main" id="{09AE39C9-9B47-434A-B32D-5100619A690B}"/>
              </a:ext>
            </a:extLst>
          </p:cNvPr>
          <p:cNvSpPr>
            <a:spLocks xmlns:a="http://schemas.openxmlformats.org/drawingml/2006/main" noGrp="1"/>
          </p:cNvSpPr>
          <p:nvPr/>
        </p:nvSpPr>
        <p:spPr>
          <a:xfrm xmlns:a="http://schemas.openxmlformats.org/drawingml/2006/main">
            <a:off x="685800" y="3127692"/>
            <a:ext cx="3448050" cy="2244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F5F7F5"/>
                </a:solidFill>
                <a:latin typeface="Pretendard"/>
                <a:ea typeface="Pretendard"/>
                <a:cs typeface="Pretendard"/>
              </a:defRPr>
            </a:pPr>
            <a:r>
              <a:rPr sz="1400" b="1">
                <a:solidFill>
                  <a:srgbClr val="F5F7F5"/>
                </a:solidFill>
                <a:latin typeface="Pretendard"/>
                <a:ea typeface="Pretendard"/>
                <a:cs typeface="Pretendard"/>
              </a:rPr>
              <a:t>{</a:t>
            </a:r>
          </a:p>
          <a:p xmlns:a="http://schemas.openxmlformats.org/drawingml/2006/main">
            <a:pPr algn="l">
              <a:lnSpc>
                <a:spcPct val="108000"/>
              </a:lnSpc>
              <a:buNone/>
              <a:defRPr sz="1350" b="1">
                <a:solidFill>
                  <a:srgbClr val="F5F7F5"/>
                </a:solidFill>
                <a:latin typeface="Pretendard"/>
                <a:ea typeface="Pretendard"/>
                <a:cs typeface="Pretendard"/>
              </a:defRPr>
            </a:pPr>
            <a:r>
              <a:rPr sz="1400" b="1">
                <a:solidFill>
                  <a:srgbClr val="F5F7F5"/>
                </a:solidFill>
                <a:latin typeface="Pretendard"/>
                <a:ea typeface="Pretendard"/>
                <a:cs typeface="Pretendard"/>
              </a:rPr>
              <a:t>    "cadence": 184.61,</a:t>
            </a:r>
          </a:p>
          <a:p xmlns:a="http://schemas.openxmlformats.org/drawingml/2006/main">
            <a:pPr algn="l">
              <a:lnSpc>
                <a:spcPct val="108000"/>
              </a:lnSpc>
              <a:buNone/>
              <a:defRPr sz="1350" b="1">
                <a:solidFill>
                  <a:srgbClr val="F5F7F5"/>
                </a:solidFill>
                <a:latin typeface="Pretendard"/>
                <a:ea typeface="Pretendard"/>
                <a:cs typeface="Pretendard"/>
              </a:defRPr>
            </a:pPr>
            <a:r>
              <a:rPr sz="1400" b="1">
                <a:solidFill>
                  <a:srgbClr val="F5F7F5"/>
                </a:solidFill>
                <a:latin typeface="Pretendard"/>
                <a:ea typeface="Pretendard"/>
                <a:cs typeface="Pretendard"/>
              </a:rPr>
              <a:t>    "pace": 6.49,  </a:t>
            </a:r>
          </a:p>
          <a:p xmlns:a="http://schemas.openxmlformats.org/drawingml/2006/main">
            <a:pPr algn="l">
              <a:lnSpc>
                <a:spcPct val="108000"/>
              </a:lnSpc>
              <a:buNone/>
              <a:defRPr sz="1350" b="1">
                <a:solidFill>
                  <a:srgbClr val="F5F7F5"/>
                </a:solidFill>
                <a:latin typeface="Pretendard"/>
                <a:ea typeface="Pretendard"/>
                <a:cs typeface="Pretendard"/>
              </a:defRPr>
            </a:pPr>
            <a:r>
              <a:rPr sz="1400" b="1">
                <a:solidFill>
                  <a:srgbClr val="F5F7F5"/>
                </a:solidFill>
                <a:latin typeface="Pretendard"/>
                <a:ea typeface="Pretendard"/>
                <a:cs typeface="Pretendard"/>
              </a:rPr>
              <a:t>    "Amplitude of pelvis oscillation": {</a:t>
            </a:r>
          </a:p>
          <a:p xmlns:a="http://schemas.openxmlformats.org/drawingml/2006/main">
            <a:pPr algn="l">
              <a:lnSpc>
                <a:spcPct val="108000"/>
              </a:lnSpc>
              <a:buNone/>
              <a:defRPr sz="1350" b="1">
                <a:solidFill>
                  <a:srgbClr val="F5F7F5"/>
                </a:solidFill>
                <a:latin typeface="Pretendard"/>
                <a:ea typeface="Pretendard"/>
                <a:cs typeface="Pretendard"/>
              </a:defRPr>
            </a:pPr>
            <a:r>
              <a:rPr sz="1400" b="1">
                <a:solidFill>
                  <a:srgbClr val="F5F7F5"/>
                </a:solidFill>
                <a:latin typeface="Pretendard"/>
                <a:ea typeface="Pretendard"/>
                <a:cs typeface="Pretendard"/>
              </a:rPr>
              <a:t>        "value": 0.0396,</a:t>
            </a:r>
          </a:p>
          <a:p xmlns:a="http://schemas.openxmlformats.org/drawingml/2006/main">
            <a:pPr algn="l">
              <a:lnSpc>
                <a:spcPct val="108000"/>
              </a:lnSpc>
              <a:buNone/>
              <a:defRPr sz="1350" b="1">
                <a:solidFill>
                  <a:srgbClr val="F5F7F5"/>
                </a:solidFill>
                <a:latin typeface="Pretendard"/>
                <a:ea typeface="Pretendard"/>
                <a:cs typeface="Pretendard"/>
              </a:defRPr>
            </a:pPr>
            <a:r>
              <a:rPr sz="1400" b="1">
                <a:solidFill>
                  <a:srgbClr val="F5F7F5"/>
                </a:solidFill>
                <a:latin typeface="Pretendard"/>
                <a:ea typeface="Pretendard"/>
                <a:cs typeface="Pretendard"/>
              </a:rPr>
              <a:t>        "range": {</a:t>
            </a:r>
          </a:p>
          <a:p xmlns:a="http://schemas.openxmlformats.org/drawingml/2006/main">
            <a:pPr algn="l">
              <a:lnSpc>
                <a:spcPct val="108000"/>
              </a:lnSpc>
              <a:buNone/>
              <a:defRPr sz="1350" b="1">
                <a:solidFill>
                  <a:srgbClr val="F5F7F5"/>
                </a:solidFill>
                <a:latin typeface="Pretendard"/>
                <a:ea typeface="Pretendard"/>
                <a:cs typeface="Pretendard"/>
              </a:defRPr>
            </a:pPr>
            <a:r>
              <a:rPr sz="1400" b="1">
                <a:solidFill>
                  <a:srgbClr val="F5F7F5"/>
                </a:solidFill>
                <a:latin typeface="Pretendard"/>
                <a:ea typeface="Pretendard"/>
                <a:cs typeface="Pretendard"/>
              </a:rPr>
              <a:t>            "section": "일반적인 수직 진동",</a:t>
            </a:r>
          </a:p>
          <a:p xmlns:a="http://schemas.openxmlformats.org/drawingml/2006/main">
            <a:pPr algn="l">
              <a:lnSpc>
                <a:spcPct val="108000"/>
              </a:lnSpc>
              <a:buNone/>
              <a:defRPr sz="1350" b="1">
                <a:solidFill>
                  <a:srgbClr val="F5F7F5"/>
                </a:solidFill>
                <a:latin typeface="Pretendard"/>
                <a:ea typeface="Pretendard"/>
                <a:cs typeface="Pretendard"/>
              </a:defRPr>
            </a:pPr>
            <a:r>
              <a:rPr sz="1400" b="1">
                <a:solidFill>
                  <a:srgbClr val="F5F7F5"/>
                </a:solidFill>
                <a:latin typeface="Pretendard"/>
                <a:ea typeface="Pretendard"/>
                <a:cs typeface="Pretendard"/>
              </a:rPr>
              <a:t>            "criterion": "0.039 ≤ d ≤ 0.053",</a:t>
            </a:r>
          </a:p>
          <a:p xmlns:a="http://schemas.openxmlformats.org/drawingml/2006/main">
            <a:pPr algn="l">
              <a:lnSpc>
                <a:spcPct val="108000"/>
              </a:lnSpc>
              <a:buNone/>
              <a:defRPr sz="1350" b="1">
                <a:solidFill>
                  <a:srgbClr val="F5F7F5"/>
                </a:solidFill>
                <a:latin typeface="Pretendard"/>
                <a:ea typeface="Pretendard"/>
                <a:cs typeface="Pretendard"/>
              </a:defRPr>
            </a:pPr>
            <a:r>
              <a:rPr sz="1400" b="1">
                <a:solidFill>
                  <a:srgbClr val="F5F7F5"/>
                </a:solidFill>
                <a:latin typeface="Pretendard"/>
                <a:ea typeface="Pretendard"/>
                <a:cs typeface="Pretendard"/>
              </a:rPr>
              <a:t>...</a:t>
            </a:r>
          </a:p>
          <a:p xmlns:a="http://schemas.openxmlformats.org/drawingml/2006/main">
            <a:pPr algn="l">
              <a:lnSpc>
                <a:spcPct val="108000"/>
              </a:lnSpc>
              <a:buNone/>
              <a:defRPr sz="1350" b="1">
                <a:solidFill>
                  <a:srgbClr val="F5F7F5"/>
                </a:solidFill>
                <a:latin typeface="Pretendard"/>
                <a:ea typeface="Pretendard"/>
                <a:cs typeface="Pretendard"/>
              </a:defRPr>
            </a:pPr>
            <a:r>
              <a:rPr sz="1400" b="1">
                <a:solidFill>
                  <a:srgbClr val="F5F7F5"/>
                </a:solidFill>
                <a:latin typeface="Pretendard"/>
                <a:ea typeface="Pretendard"/>
                <a:cs typeface="Pretendard"/>
              </a:rPr>
              <a:t>}</a:t>
            </a:r>
          </a:p>
        </p:txBody>
      </p:sp>
      <p:sp>
        <p:nvSpPr>
          <p:cNvPr id="41" name="직사각형 40">
            <a:extLst xmlns:a="http://schemas.openxmlformats.org/drawingml/2006/main">
              <a:ext uri="{FF2B5EF4-FFF2-40B4-BE49-F238E27FC236}">
                <a16:creationId xmlns:a16="http://schemas.microsoft.com/office/drawing/2014/main" id="{95AEF112-76EF-4ADF-9C5D-0FC69BCFA890}"/>
              </a:ext>
            </a:extLst>
          </p:cNvPr>
          <p:cNvSpPr>
            <a:spLocks xmlns:a="http://schemas.openxmlformats.org/drawingml/2006/main" noGrp="1"/>
          </p:cNvSpPr>
          <p:nvPr/>
        </p:nvSpPr>
        <p:spPr>
          <a:xfrm xmlns:a="http://schemas.openxmlformats.org/drawingml/2006/main">
            <a:off x="561975" y="5623242"/>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00" b="1">
                <a:solidFill>
                  <a:srgbClr val="98A099"/>
                </a:solidFill>
                <a:latin typeface="Pretendard"/>
                <a:ea typeface="Pretendard"/>
                <a:cs typeface="Pretendard"/>
              </a:defRPr>
            </a:pPr>
            <a:r>
              <a:rPr sz="1200" b="1">
                <a:solidFill>
                  <a:srgbClr val="B9FF2D"/>
                </a:solidFill>
                <a:latin typeface="Pretendard"/>
                <a:ea typeface="Pretendard"/>
                <a:cs typeface="Pretendard"/>
              </a:rPr>
              <a:t>feature_results.json</a:t>
            </a:r>
          </a:p>
        </p:txBody>
      </p:sp>
      <p:sp>
        <p:nvSpPr>
          <p:cNvPr id="42" name="직사각형 41">
            <a:extLst xmlns:a="http://schemas.openxmlformats.org/drawingml/2006/main">
              <a:ext uri="{FF2B5EF4-FFF2-40B4-BE49-F238E27FC236}">
                <a16:creationId xmlns:a16="http://schemas.microsoft.com/office/drawing/2014/main" id="{A588AB20-051C-4FE6-B660-9F07A66FD71E}"/>
              </a:ext>
            </a:extLst>
          </p:cNvPr>
          <p:cNvSpPr>
            <a:spLocks xmlns:a="http://schemas.openxmlformats.org/drawingml/2006/main" noGrp="1"/>
          </p:cNvSpPr>
          <p:nvPr/>
        </p:nvSpPr>
        <p:spPr>
          <a:xfrm xmlns:a="http://schemas.openxmlformats.org/drawingml/2006/main">
            <a:off x="4362450" y="1809750"/>
            <a:ext cx="19050" cy="3981450"/>
          </a:xfrm>
          <a:prstGeom xmlns:a="http://schemas.openxmlformats.org/drawingml/2006/main" prst="rect">
            <a:avLst/>
          </a:prstGeom>
          <a:solidFill xmlns:a="http://schemas.openxmlformats.org/drawingml/2006/main">
            <a:srgbClr val="B9FF2C"/>
          </a:solidFill>
          <a:ln xmlns:a="http://schemas.openxmlformats.org/drawingml/2006/main" w="0">
            <a:solidFill>
              <a:srgbClr val="B9FF2C"/>
            </a:solidFill>
            <a:prstDash val="solid"/>
          </a:ln>
        </p:spPr>
      </p:sp>
      <p:sp>
        <p:nvSpPr>
          <p:cNvPr id="43" name="직사각형 42">
            <a:extLst xmlns:a="http://schemas.openxmlformats.org/drawingml/2006/main">
              <a:ext uri="{FF2B5EF4-FFF2-40B4-BE49-F238E27FC236}">
                <a16:creationId xmlns:a16="http://schemas.microsoft.com/office/drawing/2014/main" id="{58177569-A024-4974-8877-4E73D66C0311}"/>
              </a:ext>
            </a:extLst>
          </p:cNvPr>
          <p:cNvSpPr>
            <a:spLocks xmlns:a="http://schemas.openxmlformats.org/drawingml/2006/main" noGrp="1"/>
          </p:cNvSpPr>
          <p:nvPr/>
        </p:nvSpPr>
        <p:spPr>
          <a:xfrm xmlns:a="http://schemas.openxmlformats.org/drawingml/2006/main">
            <a:off x="4762500" y="184785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1">
                <a:solidFill>
                  <a:srgbClr val="B9FF2C"/>
                </a:solidFill>
                <a:latin typeface="Pretendard"/>
                <a:ea typeface="Pretendard"/>
                <a:cs typeface="Pretendard"/>
              </a:defRPr>
            </a:pPr>
            <a:r>
              <a:rPr sz="1400" b="1">
                <a:solidFill>
                  <a:srgbClr val="B9FF2C"/>
                </a:solidFill>
                <a:latin typeface="Pretendard"/>
                <a:ea typeface="Pretendard"/>
                <a:cs typeface="Pretendard"/>
              </a:rPr>
              <a:t>LANGCHAIN AGENT</a:t>
            </a:r>
          </a:p>
        </p:txBody>
      </p:sp>
      <p:sp>
        <p:nvSpPr>
          <p:cNvPr id="44" name="직사각형 43">
            <a:extLst xmlns:a="http://schemas.openxmlformats.org/drawingml/2006/main">
              <a:ext uri="{FF2B5EF4-FFF2-40B4-BE49-F238E27FC236}">
                <a16:creationId xmlns:a16="http://schemas.microsoft.com/office/drawing/2014/main" id="{96723553-1F7E-4FF3-A15B-925606D47DFF}"/>
              </a:ext>
            </a:extLst>
          </p:cNvPr>
          <p:cNvSpPr>
            <a:spLocks xmlns:a="http://schemas.openxmlformats.org/drawingml/2006/main" noGrp="1"/>
          </p:cNvSpPr>
          <p:nvPr/>
        </p:nvSpPr>
        <p:spPr>
          <a:xfrm xmlns:a="http://schemas.openxmlformats.org/drawingml/2006/main">
            <a:off x="4762500" y="2190750"/>
            <a:ext cx="6743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325" b="1">
                <a:solidFill>
                  <a:srgbClr val="F5F7F5"/>
                </a:solidFill>
                <a:latin typeface="Pretendard"/>
                <a:ea typeface="Pretendard"/>
                <a:cs typeface="Pretendard"/>
              </a:defRPr>
            </a:pPr>
            <a:r>
              <a:rPr sz="2325" b="1">
                <a:solidFill>
                  <a:srgbClr val="F5F7F5"/>
                </a:solidFill>
                <a:latin typeface="Pretendard"/>
                <a:ea typeface="Pretendard"/>
                <a:cs typeface="Pretendard"/>
              </a:rPr>
              <a:t>프롬프트에서 코칭 리포트까지</a:t>
            </a:r>
          </a:p>
        </p:txBody>
      </p:sp>
      <p:sp>
        <p:nvSpPr>
          <p:cNvPr id="46" name="모서리가 둥근 직사각형 45">
            <a:extLst xmlns:a="http://schemas.openxmlformats.org/drawingml/2006/main">
              <a:ext uri="{FF2B5EF4-FFF2-40B4-BE49-F238E27FC236}">
                <a16:creationId xmlns:a16="http://schemas.microsoft.com/office/drawing/2014/main" id="{D5615F26-1C1E-4AEB-B320-EC4D8BE7C71C}"/>
              </a:ext>
            </a:extLst>
          </p:cNvPr>
          <p:cNvSpPr>
            <a:spLocks xmlns:a="http://schemas.openxmlformats.org/drawingml/2006/main" noGrp="1"/>
          </p:cNvSpPr>
          <p:nvPr/>
        </p:nvSpPr>
        <p:spPr>
          <a:xfrm xmlns:a="http://schemas.openxmlformats.org/drawingml/2006/main">
            <a:off x="4762500" y="3105150"/>
            <a:ext cx="2895600" cy="2495550"/>
          </a:xfrm>
          <a:prstGeom xmlns:a="http://schemas.openxmlformats.org/drawingml/2006/main" prst="roundRect">
            <a:avLst>
              <a:gd name="adj" fmla="val 4065"/>
            </a:avLst>
          </a:prstGeom>
          <a:solidFill xmlns:a="http://schemas.openxmlformats.org/drawingml/2006/main">
            <a:srgbClr val="101512"/>
          </a:solidFill>
          <a:ln xmlns:a="http://schemas.openxmlformats.org/drawingml/2006/main" w="14288">
            <a:solidFill>
              <a:srgbClr val="F4C84B"/>
            </a:solidFill>
            <a:prstDash val="solid"/>
          </a:ln>
        </p:spPr>
      </p:sp>
      <p:sp>
        <p:nvSpPr>
          <p:cNvPr id="47" name="직사각형 46">
            <a:extLst xmlns:a="http://schemas.openxmlformats.org/drawingml/2006/main">
              <a:ext uri="{FF2B5EF4-FFF2-40B4-BE49-F238E27FC236}">
                <a16:creationId xmlns:a16="http://schemas.microsoft.com/office/drawing/2014/main" id="{FB38B99E-D937-477C-9FFC-62CA6E51A1EA}"/>
              </a:ext>
            </a:extLst>
          </p:cNvPr>
          <p:cNvSpPr>
            <a:spLocks xmlns:a="http://schemas.openxmlformats.org/drawingml/2006/main" noGrp="1"/>
          </p:cNvSpPr>
          <p:nvPr/>
        </p:nvSpPr>
        <p:spPr>
          <a:xfrm xmlns:a="http://schemas.openxmlformats.org/drawingml/2006/main">
            <a:off x="4972050" y="327660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1">
                <a:solidFill>
                  <a:srgbClr val="F4C84B"/>
                </a:solidFill>
                <a:latin typeface="Pretendard"/>
                <a:ea typeface="Pretendard"/>
                <a:cs typeface="Pretendard"/>
              </a:defRPr>
            </a:pPr>
            <a:r>
              <a:rPr sz="1400" b="1">
                <a:solidFill>
                  <a:srgbClr val="F4C84B"/>
                </a:solidFill>
                <a:latin typeface="Pretendard"/>
                <a:ea typeface="Pretendard"/>
                <a:cs typeface="Pretendard"/>
              </a:rPr>
              <a:t>PROMPT</a:t>
            </a:r>
          </a:p>
        </p:txBody>
      </p:sp>
      <p:sp>
        <p:nvSpPr>
          <p:cNvPr id="48" name="직사각형 47">
            <a:extLst xmlns:a="http://schemas.openxmlformats.org/drawingml/2006/main">
              <a:ext uri="{FF2B5EF4-FFF2-40B4-BE49-F238E27FC236}">
                <a16:creationId xmlns:a16="http://schemas.microsoft.com/office/drawing/2014/main" id="{8923C6B2-58DB-4549-A347-0DCDBEAE1ECE}"/>
              </a:ext>
            </a:extLst>
          </p:cNvPr>
          <p:cNvSpPr>
            <a:spLocks xmlns:a="http://schemas.openxmlformats.org/drawingml/2006/main" noGrp="1"/>
          </p:cNvSpPr>
          <p:nvPr/>
        </p:nvSpPr>
        <p:spPr>
          <a:xfrm xmlns:a="http://schemas.openxmlformats.org/drawingml/2006/main">
            <a:off x="4972050" y="3600450"/>
            <a:ext cx="29146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1050" b="1">
                <a:solidFill>
                  <a:srgbClr val="F5F7F5"/>
                </a:solidFill>
                <a:latin typeface="Pretendard"/>
                <a:ea typeface="Pretendard"/>
                <a:cs typeface="Pretendard"/>
              </a:defRPr>
            </a:pPr>
            <a:r>
              <a:rPr sz="1400" b="1">
                <a:solidFill>
                  <a:srgbClr val="F5F7F5"/>
                </a:solidFill>
                <a:latin typeface="Pretendard"/>
                <a:ea typeface="Pretendard"/>
                <a:cs typeface="Pretendard"/>
              </a:rPr>
              <a:t>{</a:t>
            </a:r>
          </a:p>
          <a:p xmlns:a="http://schemas.openxmlformats.org/drawingml/2006/main">
            <a:pPr algn="l">
              <a:lnSpc>
                <a:spcPct val="98000"/>
              </a:lnSpc>
              <a:buNone/>
              <a:defRPr sz="1050" b="1">
                <a:solidFill>
                  <a:srgbClr val="F5F7F5"/>
                </a:solidFill>
                <a:latin typeface="Pretendard"/>
                <a:ea typeface="Pretendard"/>
                <a:cs typeface="Pretendard"/>
              </a:defRPr>
            </a:pPr>
            <a:r>
              <a:rPr sz="1400" b="1">
                <a:solidFill>
                  <a:srgbClr val="F5F7F5"/>
                </a:solidFill>
                <a:latin typeface="Pretendard"/>
                <a:ea typeface="Pretendard"/>
                <a:cs typeface="Pretendard"/>
              </a:rPr>
              <a:t>  persona: "러닝 자세 분석 코치",</a:t>
            </a:r>
          </a:p>
          <a:p xmlns:a="http://schemas.openxmlformats.org/drawingml/2006/main">
            <a:endParaRPr sz="1400" b="1">
              <a:solidFill>
                <a:srgbClr val="F5F7F5"/>
              </a:solidFill>
              <a:latin typeface="Pretendard"/>
              <a:ea typeface="Pretendard"/>
              <a:cs typeface="Pretendard"/>
            </a:endParaRPr>
          </a:p>
          <a:p xmlns:a="http://schemas.openxmlformats.org/drawingml/2006/main">
            <a:pPr algn="l">
              <a:lnSpc>
                <a:spcPct val="98000"/>
              </a:lnSpc>
              <a:buNone/>
              <a:defRPr sz="1050" b="1">
                <a:solidFill>
                  <a:srgbClr val="F5F7F5"/>
                </a:solidFill>
                <a:latin typeface="Pretendard"/>
                <a:ea typeface="Pretendard"/>
                <a:cs typeface="Pretendard"/>
              </a:defRPr>
            </a:pPr>
            <a:r>
              <a:rPr sz="1400" b="1">
                <a:solidFill>
                  <a:srgbClr val="F5F7F5"/>
                </a:solidFill>
                <a:latin typeface="Pretendard"/>
                <a:ea typeface="Pretendard"/>
                <a:cs typeface="Pretendard"/>
              </a:rPr>
              <a:t>  instruction:</a:t>
            </a:r>
          </a:p>
          <a:p xmlns:a="http://schemas.openxmlformats.org/drawingml/2006/main">
            <a:pPr algn="l">
              <a:lnSpc>
                <a:spcPct val="98000"/>
              </a:lnSpc>
              <a:buNone/>
              <a:defRPr sz="1050" b="1">
                <a:solidFill>
                  <a:srgbClr val="F5F7F5"/>
                </a:solidFill>
                <a:latin typeface="Pretendard"/>
                <a:ea typeface="Pretendard"/>
                <a:cs typeface="Pretendard"/>
              </a:defRPr>
            </a:pPr>
            <a:r>
              <a:rPr sz="1400" b="1">
                <a:solidFill>
                  <a:srgbClr val="F5F7F5"/>
                </a:solidFill>
                <a:latin typeface="Pretendard"/>
                <a:ea typeface="Pretendard"/>
                <a:cs typeface="Pretendard"/>
              </a:rPr>
              <a:t>    "피처를 해석해 실행 가능한</a:t>
            </a:r>
          </a:p>
          <a:p xmlns:a="http://schemas.openxmlformats.org/drawingml/2006/main">
            <a:pPr algn="l">
              <a:lnSpc>
                <a:spcPct val="98000"/>
              </a:lnSpc>
              <a:buNone/>
              <a:defRPr sz="1050" b="1">
                <a:solidFill>
                  <a:srgbClr val="F5F7F5"/>
                </a:solidFill>
                <a:latin typeface="Pretendard"/>
                <a:ea typeface="Pretendard"/>
                <a:cs typeface="Pretendard"/>
              </a:defRPr>
            </a:pPr>
            <a:r>
              <a:rPr sz="1400" b="1">
                <a:solidFill>
                  <a:srgbClr val="F5F7F5"/>
                </a:solidFill>
                <a:latin typeface="Pretendard"/>
                <a:ea typeface="Pretendard"/>
                <a:cs typeface="Pretendard"/>
              </a:rPr>
              <a:t>     피드백을 작성",</a:t>
            </a:r>
          </a:p>
          <a:p xmlns:a="http://schemas.openxmlformats.org/drawingml/2006/main">
            <a:endParaRPr sz="1400" b="1">
              <a:solidFill>
                <a:srgbClr val="F5F7F5"/>
              </a:solidFill>
              <a:latin typeface="Pretendard"/>
              <a:ea typeface="Pretendard"/>
              <a:cs typeface="Pretendard"/>
            </a:endParaRPr>
          </a:p>
          <a:p xmlns:a="http://schemas.openxmlformats.org/drawingml/2006/main">
            <a:pPr algn="l">
              <a:lnSpc>
                <a:spcPct val="98000"/>
              </a:lnSpc>
              <a:buNone/>
              <a:defRPr sz="1050" b="1">
                <a:solidFill>
                  <a:srgbClr val="F5F7F5"/>
                </a:solidFill>
                <a:latin typeface="Pretendard"/>
                <a:ea typeface="Pretendard"/>
                <a:cs typeface="Pretendard"/>
              </a:defRPr>
            </a:pPr>
            <a:r>
              <a:rPr sz="1400" b="1">
                <a:solidFill>
                  <a:srgbClr val="F5F7F5"/>
                </a:solidFill>
                <a:latin typeface="Pretendard"/>
                <a:ea typeface="Pretendard"/>
                <a:cs typeface="Pretendard"/>
              </a:rPr>
              <a:t>  features: feature_results.json</a:t>
            </a:r>
          </a:p>
          <a:p xmlns:a="http://schemas.openxmlformats.org/drawingml/2006/main">
            <a:pPr algn="l">
              <a:lnSpc>
                <a:spcPct val="98000"/>
              </a:lnSpc>
              <a:buNone/>
              <a:defRPr sz="1050" b="1">
                <a:solidFill>
                  <a:srgbClr val="F5F7F5"/>
                </a:solidFill>
                <a:latin typeface="Pretendard"/>
                <a:ea typeface="Pretendard"/>
                <a:cs typeface="Pretendard"/>
              </a:defRPr>
            </a:pPr>
            <a:r>
              <a:rPr sz="1400" b="1">
                <a:solidFill>
                  <a:srgbClr val="F5F7F5"/>
                </a:solidFill>
                <a:latin typeface="Pretendard"/>
                <a:ea typeface="Pretendard"/>
                <a:cs typeface="Pretendard"/>
              </a:rPr>
              <a:t>}</a:t>
            </a:r>
          </a:p>
        </p:txBody>
      </p:sp>
      <p:sp>
        <p:nvSpPr>
          <p:cNvPr id="49" name="모서리가 둥근 직사각형 48">
            <a:extLst xmlns:a="http://schemas.openxmlformats.org/drawingml/2006/main">
              <a:ext uri="{FF2B5EF4-FFF2-40B4-BE49-F238E27FC236}">
                <a16:creationId xmlns:a16="http://schemas.microsoft.com/office/drawing/2014/main" id="{AE23F53F-A2E8-4759-9E3B-B14270CE8F1F}"/>
              </a:ext>
            </a:extLst>
          </p:cNvPr>
          <p:cNvSpPr>
            <a:spLocks xmlns:a="http://schemas.openxmlformats.org/drawingml/2006/main" noGrp="1"/>
          </p:cNvSpPr>
          <p:nvPr/>
        </p:nvSpPr>
        <p:spPr>
          <a:xfrm xmlns:a="http://schemas.openxmlformats.org/drawingml/2006/main">
            <a:off x="8202931" y="3505200"/>
            <a:ext cx="1504950" cy="1695450"/>
          </a:xfrm>
          <a:prstGeom xmlns:a="http://schemas.openxmlformats.org/drawingml/2006/main" prst="roundRect">
            <a:avLst>
              <a:gd name="adj" fmla="val 7595"/>
            </a:avLst>
          </a:prstGeom>
          <a:solidFill xmlns:a="http://schemas.openxmlformats.org/drawingml/2006/main">
            <a:srgbClr val="26350E"/>
          </a:solidFill>
          <a:ln xmlns:a="http://schemas.openxmlformats.org/drawingml/2006/main" w="19050">
            <a:solidFill>
              <a:srgbClr val="B9FF2C"/>
            </a:solidFill>
            <a:prstDash val="solid"/>
          </a:ln>
        </p:spPr>
      </p:sp>
      <p:sp>
        <p:nvSpPr>
          <p:cNvPr id="50" name="직사각형 49">
            <a:extLst xmlns:a="http://schemas.openxmlformats.org/drawingml/2006/main">
              <a:ext uri="{FF2B5EF4-FFF2-40B4-BE49-F238E27FC236}">
                <a16:creationId xmlns:a16="http://schemas.microsoft.com/office/drawing/2014/main" id="{B9CB1705-5924-4EBF-A216-9F238A721785}"/>
              </a:ext>
            </a:extLst>
          </p:cNvPr>
          <p:cNvSpPr>
            <a:spLocks xmlns:a="http://schemas.openxmlformats.org/drawingml/2006/main" noGrp="1"/>
          </p:cNvSpPr>
          <p:nvPr/>
        </p:nvSpPr>
        <p:spPr>
          <a:xfrm xmlns:a="http://schemas.openxmlformats.org/drawingml/2006/main">
            <a:off x="8374381" y="3695700"/>
            <a:ext cx="1162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050" b="1">
                <a:solidFill>
                  <a:srgbClr val="B9FF2C"/>
                </a:solidFill>
                <a:latin typeface="Pretendard"/>
                <a:ea typeface="Pretendard"/>
                <a:cs typeface="Pretendard"/>
              </a:defRPr>
            </a:pPr>
            <a:r>
              <a:rPr sz="1400" b="1">
                <a:solidFill>
                  <a:srgbClr val="B9FF2C"/>
                </a:solidFill>
                <a:latin typeface="Pretendard"/>
                <a:ea typeface="Pretendard"/>
                <a:cs typeface="Pretendard"/>
              </a:rPr>
              <a:t>AGENT</a:t>
            </a:r>
          </a:p>
        </p:txBody>
      </p:sp>
      <p:sp>
        <p:nvSpPr>
          <p:cNvPr id="51" name="직사각형 50">
            <a:extLst xmlns:a="http://schemas.openxmlformats.org/drawingml/2006/main">
              <a:ext uri="{FF2B5EF4-FFF2-40B4-BE49-F238E27FC236}">
                <a16:creationId xmlns:a16="http://schemas.microsoft.com/office/drawing/2014/main" id="{54664D11-D529-45D5-9F7B-28F6008A37B3}"/>
              </a:ext>
            </a:extLst>
          </p:cNvPr>
          <p:cNvSpPr>
            <a:spLocks xmlns:a="http://schemas.openxmlformats.org/drawingml/2006/main" noGrp="1"/>
          </p:cNvSpPr>
          <p:nvPr/>
        </p:nvSpPr>
        <p:spPr>
          <a:xfrm xmlns:a="http://schemas.openxmlformats.org/drawingml/2006/main">
            <a:off x="8336281" y="4171950"/>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1">
                <a:solidFill>
                  <a:srgbClr val="F5F7F5"/>
                </a:solidFill>
                <a:latin typeface="Pretendard"/>
                <a:ea typeface="Pretendard"/>
                <a:cs typeface="Pretendard"/>
              </a:defRPr>
            </a:pPr>
            <a:r>
              <a:rPr sz="1400" b="1">
                <a:solidFill>
                  <a:srgbClr val="F5F7F5"/>
                </a:solidFill>
                <a:latin typeface="Pretendard"/>
                <a:ea typeface="Pretendard"/>
                <a:cs typeface="Pretendard"/>
              </a:rPr>
              <a:t>gpt-5.6-luna</a:t>
            </a:r>
          </a:p>
        </p:txBody>
      </p:sp>
      <p:sp>
        <p:nvSpPr>
          <p:cNvPr id="52" name="직사각형 51">
            <a:extLst xmlns:a="http://schemas.openxmlformats.org/drawingml/2006/main">
              <a:ext uri="{FF2B5EF4-FFF2-40B4-BE49-F238E27FC236}">
                <a16:creationId xmlns:a16="http://schemas.microsoft.com/office/drawing/2014/main" id="{435C0D07-7932-4E1D-AD9B-9644B3A8F058}"/>
              </a:ext>
            </a:extLst>
          </p:cNvPr>
          <p:cNvSpPr>
            <a:spLocks xmlns:a="http://schemas.openxmlformats.org/drawingml/2006/main" noGrp="1"/>
          </p:cNvSpPr>
          <p:nvPr/>
        </p:nvSpPr>
        <p:spPr>
          <a:xfrm xmlns:a="http://schemas.openxmlformats.org/drawingml/2006/main">
            <a:off x="8202931" y="4681229"/>
            <a:ext cx="1504950" cy="4381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050" b="1">
                <a:solidFill>
                  <a:srgbClr val="98A099"/>
                </a:solidFill>
                <a:latin typeface="Pretendard"/>
                <a:ea typeface="Pretendard"/>
                <a:cs typeface="Pretendard"/>
              </a:defRPr>
            </a:pPr>
            <a:r>
              <a:rPr sz="1200" b="1">
                <a:solidFill>
                  <a:srgbClr val="98A099"/>
                </a:solidFill>
                <a:latin typeface="Pretendard"/>
                <a:ea typeface="Pretendard"/>
                <a:cs typeface="Pretendard"/>
              </a:rPr>
              <a:t>판단은 맡기지 않고 오직 보고서 작성만</a:t>
            </a:r>
          </a:p>
        </p:txBody>
      </p:sp>
      <p:sp>
        <p:nvSpPr>
          <p:cNvPr id="53" name="모서리가 둥근 직사각형 52">
            <a:extLst xmlns:a="http://schemas.openxmlformats.org/drawingml/2006/main">
              <a:ext uri="{FF2B5EF4-FFF2-40B4-BE49-F238E27FC236}">
                <a16:creationId xmlns:a16="http://schemas.microsoft.com/office/drawing/2014/main" id="{E40C86E3-DC63-47F2-9359-A493D707A4FA}"/>
              </a:ext>
            </a:extLst>
          </p:cNvPr>
          <p:cNvSpPr>
            <a:spLocks xmlns:a="http://schemas.openxmlformats.org/drawingml/2006/main" noGrp="1"/>
          </p:cNvSpPr>
          <p:nvPr/>
        </p:nvSpPr>
        <p:spPr>
          <a:xfrm xmlns:a="http://schemas.openxmlformats.org/drawingml/2006/main">
            <a:off x="10139681" y="3510281"/>
            <a:ext cx="1371600" cy="1695450"/>
          </a:xfrm>
          <a:prstGeom xmlns:a="http://schemas.openxmlformats.org/drawingml/2006/main" prst="roundRect">
            <a:avLst>
              <a:gd name="adj" fmla="val 8333"/>
            </a:avLst>
          </a:prstGeom>
          <a:solidFill xmlns:a="http://schemas.openxmlformats.org/drawingml/2006/main">
            <a:srgbClr val="151B17"/>
          </a:solidFill>
          <a:ln xmlns:a="http://schemas.openxmlformats.org/drawingml/2006/main" w="9525">
            <a:solidFill>
              <a:srgbClr val="283029"/>
            </a:solidFill>
            <a:prstDash val="solid"/>
          </a:ln>
        </p:spPr>
      </p:sp>
      <p:sp>
        <p:nvSpPr>
          <p:cNvPr id="54" name="직사각형 53">
            <a:extLst xmlns:a="http://schemas.openxmlformats.org/drawingml/2006/main">
              <a:ext uri="{FF2B5EF4-FFF2-40B4-BE49-F238E27FC236}">
                <a16:creationId xmlns:a16="http://schemas.microsoft.com/office/drawing/2014/main" id="{517A3548-D599-4D53-84CD-5D6C8B2CEB6B}"/>
              </a:ext>
            </a:extLst>
          </p:cNvPr>
          <p:cNvSpPr>
            <a:spLocks xmlns:a="http://schemas.openxmlformats.org/drawingml/2006/main" noGrp="1"/>
          </p:cNvSpPr>
          <p:nvPr/>
        </p:nvSpPr>
        <p:spPr>
          <a:xfrm xmlns:a="http://schemas.openxmlformats.org/drawingml/2006/main">
            <a:off x="10273031" y="3692526"/>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050" b="1">
                <a:solidFill>
                  <a:srgbClr val="B9FF2C"/>
                </a:solidFill>
                <a:latin typeface="Pretendard"/>
                <a:ea typeface="Pretendard"/>
                <a:cs typeface="Pretendard"/>
              </a:defRPr>
            </a:pPr>
            <a:r>
              <a:rPr sz="1600" b="1">
                <a:solidFill>
                  <a:srgbClr val="B9FF2C"/>
                </a:solidFill>
                <a:latin typeface="Pretendard"/>
                <a:ea typeface="Pretendard"/>
                <a:cs typeface="Pretendard"/>
              </a:rPr>
              <a:t>REPORT</a:t>
            </a:r>
          </a:p>
        </p:txBody>
      </p:sp>
      <p:cxnSp>
        <p:nvCxnSpPr>
          <p:cNvPr id="134" name="직선 화살표 연결선 85"/>
          <p:cNvCxnSpPr>
            <a:stCxn xmlns:a="http://schemas.openxmlformats.org/drawingml/2006/main" id="46" idx="3"/>
            <a:endCxn xmlns:a="http://schemas.openxmlformats.org/drawingml/2006/main" id="49" idx="1"/>
          </p:cNvCxnSpPr>
          <p:nvPr/>
        </p:nvCxnSpPr>
        <p:spPr>
          <a:xfrm xmlns:a="http://schemas.openxmlformats.org/drawingml/2006/main">
            <a:off x="7658100" y="4352925"/>
            <a:ext cx="544831" cy="0"/>
          </a:xfrm>
          <a:prstGeom xmlns:a="http://schemas.openxmlformats.org/drawingml/2006/main" prst="straightConnector1">
            <a:avLst/>
          </a:prstGeom>
          <a:ln xmlns:a="http://schemas.openxmlformats.org/drawingml/2006/main" w="19050">
            <a:solidFill>
              <a:srgbClr val="B9FF2C"/>
            </a:solidFill>
            <a:prstDash val="solid"/>
            <a:tailEnd type="arrow" w="med" len="med"/>
          </a:ln>
        </p:spPr>
      </p:cxnSp>
      <p:cxnSp>
        <p:nvCxnSpPr>
          <p:cNvPr id="135" name="직선 화살표 연결선 86"/>
          <p:cNvCxnSpPr>
            <a:stCxn xmlns:a="http://schemas.openxmlformats.org/drawingml/2006/main" id="49" idx="3"/>
          </p:cNvCxnSpPr>
          <p:nvPr/>
        </p:nvCxnSpPr>
        <p:spPr>
          <a:xfrm xmlns:a="http://schemas.openxmlformats.org/drawingml/2006/main">
            <a:off x="9707881" y="4352925"/>
            <a:ext cx="431800" cy="0"/>
          </a:xfrm>
          <a:prstGeom xmlns:a="http://schemas.openxmlformats.org/drawingml/2006/main" prst="straightConnector1">
            <a:avLst/>
          </a:prstGeom>
          <a:ln xmlns:a="http://schemas.openxmlformats.org/drawingml/2006/main" w="19050">
            <a:solidFill>
              <a:srgbClr val="B9FF2C"/>
            </a:solidFill>
            <a:prstDash val="solid"/>
            <a:tailEnd type="arrow" w="med" len="med"/>
          </a:ln>
        </p:spPr>
      </p:cxnSp>
      <p:pic>
        <p:nvPicPr>
          <p:cNvPr id="136" name="그림 7"/>
          <p:cNvPicPr>
            <a:picLocks xmlns:a="http://schemas.openxmlformats.org/drawingml/2006/main" noChangeAspect="1"/>
          </p:cNvPicPr>
          <p:nvPr/>
        </p:nvPicPr>
        <p:blipFill>
          <a:blip xmlns:r="http://schemas.openxmlformats.org/officeDocument/2006/relationships" xmlns:a="http://schemas.openxmlformats.org/drawingml/2006/main" r:embed="Rab218b40a6cb4f66"/>
          <a:stretch xmlns:a="http://schemas.openxmlformats.org/drawingml/2006/main">
            <a:fillRect l="0" t="0" r="0" b="0"/>
          </a:stretch>
        </p:blipFill>
        <p:spPr>
          <a:xfrm xmlns:a="http://schemas.openxmlformats.org/drawingml/2006/main">
            <a:off x="10015221" y="3789681"/>
            <a:ext cx="1582419" cy="1582419"/>
          </a:xfrm>
          <a:prstGeom xmlns:a="http://schemas.openxmlformats.org/drawingml/2006/main" prst="rect">
            <a:avLst/>
          </a:prstGeom>
        </p:spPr>
      </p:pic>
    </p:spTree>
    <p:extLst>
      <p:ext uri="{BB962C8B-B14F-4D97-AF65-F5344CB8AC3E}">
        <p14:creationId xmlns:p14="http://schemas.microsoft.com/office/powerpoint/2010/main" val="2006265401"/>
      </p:ext>
    </p:extLst>
  </p:cSld>
</p:sld>
</file>

<file path=ppt/slides/slide13.xml><?xml version="1.0" encoding="utf-8"?>
<p:sld xmlns:p="http://schemas.openxmlformats.org/presentationml/2006/main">
  <p:cSld>
    <p:bg>
      <p:bgPr>
        <a:solidFill xmlns:a="http://schemas.openxmlformats.org/drawingml/2006/main">
          <a:srgbClr val="070A08"/>
        </a:solidFill>
      </p:bgPr>
    </p:bg>
    <p:spTree>
      <p:nvGrpSpPr>
        <p:cNvPr id="1" name=""/>
        <p:cNvGrpSpPr/>
        <p:nvPr/>
      </p:nvGrpSpPr>
      <p:grpSpPr>
        <a:xfrm xmlns:a="http://schemas.openxmlformats.org/drawingml/2006/main"/>
      </p:grpSpPr>
      <p:sp>
        <p:nvSpPr>
          <p:cNvPr id="11" name="직사각형 10">
            <a:extLst xmlns:a="http://schemas.openxmlformats.org/drawingml/2006/main">
              <a:ext uri="{FF2B5EF4-FFF2-40B4-BE49-F238E27FC236}">
                <a16:creationId xmlns:a16="http://schemas.microsoft.com/office/drawing/2014/main" id="{ED001CFD-DDE8-414F-B4BD-1246C808F60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9FF2C"/>
          </a:solidFill>
          <a:ln xmlns:a="http://schemas.openxmlformats.org/drawingml/2006/main" w="0">
            <a:solidFill>
              <a:srgbClr val="B9FF2C"/>
            </a:solidFill>
            <a:prstDash val="solid"/>
          </a:ln>
        </p:spPr>
      </p:sp>
      <p:sp>
        <p:nvSpPr>
          <p:cNvPr id="2" name="직사각형 1">
            <a:extLst xmlns:a="http://schemas.openxmlformats.org/drawingml/2006/main">
              <a:ext uri="{FF2B5EF4-FFF2-40B4-BE49-F238E27FC236}">
                <a16:creationId xmlns:a16="http://schemas.microsoft.com/office/drawing/2014/main" id="{A6A431C4-C525-488D-9AA9-CFD0478BCC02}"/>
              </a:ext>
            </a:extLst>
          </p:cNvPr>
          <p:cNvSpPr>
            <a:spLocks xmlns:a="http://schemas.openxmlformats.org/drawingml/2006/main" noGrp="1"/>
          </p:cNvSpPr>
          <p:nvPr/>
        </p:nvSpPr>
        <p:spPr>
          <a:xfrm xmlns:a="http://schemas.openxmlformats.org/drawingml/2006/main">
            <a:off x="685800" y="5905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1">
                <a:solidFill>
                  <a:srgbClr val="B9FF2C"/>
                </a:solidFill>
                <a:latin typeface="Pretendard"/>
                <a:ea typeface="Pretendard"/>
                <a:cs typeface="Pretendard"/>
              </a:defRPr>
            </a:pPr>
            <a:r>
              <a:rPr sz="1121" b="1">
                <a:solidFill>
                  <a:srgbClr val="B9FF2C"/>
                </a:solidFill>
                <a:latin typeface="Pretendard"/>
                <a:ea typeface="Pretendard"/>
                <a:cs typeface="Pretendard"/>
              </a:rPr>
              <a:t>러너스아이</a:t>
            </a:r>
          </a:p>
        </p:txBody>
      </p:sp>
      <p:sp>
        <p:nvSpPr>
          <p:cNvPr id="3" name="직사각형 2">
            <a:extLst xmlns:a="http://schemas.openxmlformats.org/drawingml/2006/main">
              <a:ext uri="{FF2B5EF4-FFF2-40B4-BE49-F238E27FC236}">
                <a16:creationId xmlns:a16="http://schemas.microsoft.com/office/drawing/2014/main" id="{DDB216A8-F0F4-4CF8-845E-26F96DC69BD8}"/>
              </a:ext>
            </a:extLst>
          </p:cNvPr>
          <p:cNvSpPr>
            <a:spLocks xmlns:a="http://schemas.openxmlformats.org/drawingml/2006/main" noGrp="1"/>
          </p:cNvSpPr>
          <p:nvPr/>
        </p:nvSpPr>
        <p:spPr>
          <a:xfrm xmlns:a="http://schemas.openxmlformats.org/drawingml/2006/main">
            <a:off x="685800" y="1714500"/>
            <a:ext cx="876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775" b="1">
                <a:solidFill>
                  <a:srgbClr val="F5F7F5"/>
                </a:solidFill>
                <a:latin typeface="Pretendard"/>
                <a:ea typeface="Pretendard"/>
                <a:cs typeface="Pretendard"/>
              </a:defRPr>
            </a:pPr>
            <a:r>
              <a:rPr sz="3191" b="1">
                <a:solidFill>
                  <a:srgbClr val="F5F7F5"/>
                </a:solidFill>
                <a:latin typeface="Pretendard"/>
                <a:ea typeface="Pretendard"/>
                <a:cs typeface="Pretendard"/>
              </a:rPr>
              <a:t>러닝 영상을 자세 데이터로 바꾸고,</a:t>
            </a:r>
          </a:p>
        </p:txBody>
      </p:sp>
      <p:sp>
        <p:nvSpPr>
          <p:cNvPr id="4" name="직사각형 3">
            <a:extLst xmlns:a="http://schemas.openxmlformats.org/drawingml/2006/main">
              <a:ext uri="{FF2B5EF4-FFF2-40B4-BE49-F238E27FC236}">
                <a16:creationId xmlns:a16="http://schemas.microsoft.com/office/drawing/2014/main" id="{4BA9FF14-060D-4046-A7C8-DCA88E7A7BB8}"/>
              </a:ext>
            </a:extLst>
          </p:cNvPr>
          <p:cNvSpPr>
            <a:spLocks xmlns:a="http://schemas.openxmlformats.org/drawingml/2006/main" noGrp="1"/>
          </p:cNvSpPr>
          <p:nvPr/>
        </p:nvSpPr>
        <p:spPr>
          <a:xfrm xmlns:a="http://schemas.openxmlformats.org/drawingml/2006/main">
            <a:off x="685800" y="23431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775" b="1">
                <a:solidFill>
                  <a:srgbClr val="F5F7F5"/>
                </a:solidFill>
                <a:latin typeface="Pretendard"/>
                <a:ea typeface="Pretendard"/>
                <a:cs typeface="Pretendard"/>
              </a:defRPr>
            </a:pPr>
            <a:r>
              <a:rPr sz="3191" b="1">
                <a:solidFill>
                  <a:srgbClr val="F5F7F5"/>
                </a:solidFill>
                <a:latin typeface="Pretendard"/>
                <a:ea typeface="Pretendard"/>
                <a:cs typeface="Pretendard"/>
              </a:rPr>
              <a:t>측정값과 개선 피드백을 하나의 리포트로 연결했습니다</a:t>
            </a:r>
          </a:p>
        </p:txBody>
      </p:sp>
      <p:sp>
        <p:nvSpPr>
          <p:cNvPr id="5" name="직선 연결선[R] 4">
            <a:extLst xmlns:a="http://schemas.openxmlformats.org/drawingml/2006/main">
              <a:ext uri="{FF2B5EF4-FFF2-40B4-BE49-F238E27FC236}">
                <a16:creationId xmlns:a16="http://schemas.microsoft.com/office/drawing/2014/main" id="{C0BD6294-B4B0-4DDC-A5E7-ADCF4D7822FC}"/>
              </a:ext>
            </a:extLst>
          </p:cNvPr>
          <p:cNvSpPr>
            <a:spLocks xmlns:a="http://schemas.openxmlformats.org/drawingml/2006/main" noGrp="1"/>
          </p:cNvSpPr>
          <p:nvPr/>
        </p:nvSpPr>
        <p:spPr>
          <a:xfrm xmlns:a="http://schemas.openxmlformats.org/drawingml/2006/main">
            <a:off x="685800" y="3314700"/>
            <a:ext cx="6191250" cy="0"/>
          </a:xfrm>
          <a:prstGeom xmlns:a="http://schemas.openxmlformats.org/drawingml/2006/main" prst="line">
            <a:avLst/>
          </a:prstGeom>
          <a:noFill xmlns:a="http://schemas.openxmlformats.org/drawingml/2006/main"/>
          <a:ln xmlns:a="http://schemas.openxmlformats.org/drawingml/2006/main" w="28575">
            <a:solidFill>
              <a:srgbClr val="B9FF2C"/>
            </a:solidFill>
            <a:prstDash val="solid"/>
          </a:ln>
        </p:spPr>
      </p:sp>
      <p:sp>
        <p:nvSpPr>
          <p:cNvPr id="6" name="직사각형 5">
            <a:extLst xmlns:a="http://schemas.openxmlformats.org/drawingml/2006/main">
              <a:ext uri="{FF2B5EF4-FFF2-40B4-BE49-F238E27FC236}">
                <a16:creationId xmlns:a16="http://schemas.microsoft.com/office/drawing/2014/main" id="{6D54D125-1C75-4A4B-9D57-237536219071}"/>
              </a:ext>
            </a:extLst>
          </p:cNvPr>
          <p:cNvSpPr>
            <a:spLocks xmlns:a="http://schemas.openxmlformats.org/drawingml/2006/main" noGrp="1"/>
          </p:cNvSpPr>
          <p:nvPr/>
        </p:nvSpPr>
        <p:spPr>
          <a:xfrm xmlns:a="http://schemas.openxmlformats.org/drawingml/2006/main">
            <a:off x="685800" y="3695700"/>
            <a:ext cx="2362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0">
                <a:solidFill>
                  <a:srgbClr val="98A099"/>
                </a:solidFill>
                <a:latin typeface="Pretendard"/>
                <a:ea typeface="Pretendard"/>
                <a:cs typeface="Pretendard"/>
              </a:defRPr>
            </a:pPr>
            <a:r>
              <a:rPr sz="1466" b="0">
                <a:solidFill>
                  <a:srgbClr val="98A099"/>
                </a:solidFill>
                <a:latin typeface="Pretendard"/>
                <a:ea typeface="Pretendard"/>
                <a:cs typeface="Pretendard"/>
              </a:rPr>
              <a:t>영상 기반 관절 추정</a:t>
            </a:r>
          </a:p>
        </p:txBody>
      </p:sp>
      <p:sp>
        <p:nvSpPr>
          <p:cNvPr id="7" name="직사각형 6">
            <a:extLst xmlns:a="http://schemas.openxmlformats.org/drawingml/2006/main">
              <a:ext uri="{FF2B5EF4-FFF2-40B4-BE49-F238E27FC236}">
                <a16:creationId xmlns:a16="http://schemas.microsoft.com/office/drawing/2014/main" id="{19756C28-973E-4DCC-AC8C-F1812DF2245A}"/>
              </a:ext>
            </a:extLst>
          </p:cNvPr>
          <p:cNvSpPr>
            <a:spLocks xmlns:a="http://schemas.openxmlformats.org/drawingml/2006/main" noGrp="1"/>
          </p:cNvSpPr>
          <p:nvPr/>
        </p:nvSpPr>
        <p:spPr>
          <a:xfrm xmlns:a="http://schemas.openxmlformats.org/drawingml/2006/main">
            <a:off x="3257550" y="3695700"/>
            <a:ext cx="2362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0">
                <a:solidFill>
                  <a:srgbClr val="98A099"/>
                </a:solidFill>
                <a:latin typeface="Pretendard"/>
                <a:ea typeface="Pretendard"/>
                <a:cs typeface="Pretendard"/>
              </a:defRPr>
            </a:pPr>
            <a:r>
              <a:rPr sz="1466" b="0">
                <a:solidFill>
                  <a:srgbClr val="98A099"/>
                </a:solidFill>
                <a:latin typeface="Pretendard"/>
                <a:ea typeface="Pretendard"/>
                <a:cs typeface="Pretendard"/>
              </a:rPr>
              <a:t>논문 기반 피처 판정</a:t>
            </a:r>
          </a:p>
        </p:txBody>
      </p:sp>
      <p:sp>
        <p:nvSpPr>
          <p:cNvPr id="8" name="직사각형 7">
            <a:extLst xmlns:a="http://schemas.openxmlformats.org/drawingml/2006/main">
              <a:ext uri="{FF2B5EF4-FFF2-40B4-BE49-F238E27FC236}">
                <a16:creationId xmlns:a16="http://schemas.microsoft.com/office/drawing/2014/main" id="{FB9B746D-1E9C-4E3F-BF97-EBB7086C21B9}"/>
              </a:ext>
            </a:extLst>
          </p:cNvPr>
          <p:cNvSpPr>
            <a:spLocks xmlns:a="http://schemas.openxmlformats.org/drawingml/2006/main" noGrp="1"/>
          </p:cNvSpPr>
          <p:nvPr/>
        </p:nvSpPr>
        <p:spPr>
          <a:xfrm xmlns:a="http://schemas.openxmlformats.org/drawingml/2006/main">
            <a:off x="5829300" y="3695700"/>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0">
                <a:solidFill>
                  <a:srgbClr val="98A099"/>
                </a:solidFill>
                <a:latin typeface="Pretendard"/>
                <a:ea typeface="Pretendard"/>
                <a:cs typeface="Pretendard"/>
              </a:defRPr>
            </a:pPr>
            <a:r>
              <a:rPr sz="1466" b="0">
                <a:solidFill>
                  <a:srgbClr val="98A099"/>
                </a:solidFill>
                <a:latin typeface="Pretendard"/>
                <a:ea typeface="Pretendard"/>
                <a:cs typeface="Pretendard"/>
              </a:rPr>
              <a:t>이해할 수 있는 리포트</a:t>
            </a:r>
          </a:p>
        </p:txBody>
      </p:sp>
      <p:sp>
        <p:nvSpPr>
          <p:cNvPr id="9" name="직사각형 8">
            <a:extLst xmlns:a="http://schemas.openxmlformats.org/drawingml/2006/main">
              <a:ext uri="{FF2B5EF4-FFF2-40B4-BE49-F238E27FC236}">
                <a16:creationId xmlns:a16="http://schemas.microsoft.com/office/drawing/2014/main" id="{2EFB811A-E726-4872-90E5-4EB5A2F223DE}"/>
              </a:ext>
            </a:extLst>
          </p:cNvPr>
          <p:cNvSpPr>
            <a:spLocks xmlns:a="http://schemas.openxmlformats.org/drawingml/2006/main" noGrp="1"/>
          </p:cNvSpPr>
          <p:nvPr/>
        </p:nvSpPr>
        <p:spPr>
          <a:xfrm xmlns:a="http://schemas.openxmlformats.org/drawingml/2006/main">
            <a:off x="685800" y="5715000"/>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100" b="1">
                <a:solidFill>
                  <a:srgbClr val="B9FF2C"/>
                </a:solidFill>
                <a:latin typeface="Pretendard"/>
                <a:ea typeface="Pretendard"/>
                <a:cs typeface="Pretendard"/>
              </a:defRPr>
            </a:pPr>
            <a:r>
              <a:rPr sz="2415" b="1">
                <a:solidFill>
                  <a:srgbClr val="B9FF2C"/>
                </a:solidFill>
                <a:latin typeface="Pretendard"/>
                <a:ea typeface="Pretendard"/>
                <a:cs typeface="Pretendard"/>
              </a:rPr>
              <a:t>감사합니다</a:t>
            </a:r>
          </a:p>
        </p:txBody>
      </p:sp>
      <p:sp>
        <p:nvSpPr>
          <p:cNvPr id="10" name="직사각형 9">
            <a:extLst xmlns:a="http://schemas.openxmlformats.org/drawingml/2006/main">
              <a:ext uri="{FF2B5EF4-FFF2-40B4-BE49-F238E27FC236}">
                <a16:creationId xmlns:a16="http://schemas.microsoft.com/office/drawing/2014/main" id="{0F482E56-0DBA-44CD-A421-C5A7E9D92750}"/>
              </a:ext>
            </a:extLst>
          </p:cNvPr>
          <p:cNvSpPr>
            <a:spLocks xmlns:a="http://schemas.openxmlformats.org/drawingml/2006/main" noGrp="1"/>
          </p:cNvSpPr>
          <p:nvPr/>
        </p:nvSpPr>
        <p:spPr>
          <a:xfrm xmlns:a="http://schemas.openxmlformats.org/drawingml/2006/main">
            <a:off x="10382250" y="5715000"/>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2100" b="1">
                <a:solidFill>
                  <a:srgbClr val="F5F7F5"/>
                </a:solidFill>
                <a:latin typeface="Pretendard"/>
                <a:ea typeface="Pretendard"/>
                <a:cs typeface="Pretendard"/>
              </a:defRPr>
            </a:pPr>
            <a:r>
              <a:rPr sz="2415" b="1">
                <a:solidFill>
                  <a:srgbClr val="F5F7F5"/>
                </a:solidFill>
                <a:latin typeface="Pretendard"/>
                <a:ea typeface="Pretendard"/>
                <a:cs typeface="Pretendard"/>
              </a:rPr>
              <a:t>Q&amp;A</a:t>
            </a:r>
          </a:p>
        </p:txBody>
      </p:sp>
    </p:spTree>
    <p:extLst>
      <p:ext uri="{BB962C8B-B14F-4D97-AF65-F5344CB8AC3E}">
        <p14:creationId xmlns:p14="http://schemas.microsoft.com/office/powerpoint/2010/main" val="19301017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2026-09-09T19:52:44.7390000Z</dcterms:created>
  <dcterms:modified xsi:type="dcterms:W3CDTF">2026-09-09T19:52:44.7390000Z</dcterms:modified>
</coreProperties>
</file>